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32918400" cy="16459200"/>
  <p:notesSz cx="20104100" cy="14217650"/>
  <p:defaultTextStyle>
    <a:defPPr>
      <a:defRPr lang="en-US"/>
    </a:defPPr>
    <a:lvl1pPr marL="0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1pPr>
    <a:lvl2pPr marL="584667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2pPr>
    <a:lvl3pPr marL="1169335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3pPr>
    <a:lvl4pPr marL="1754002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4pPr>
    <a:lvl5pPr marL="2338669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5pPr>
    <a:lvl6pPr marL="2923337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6pPr>
    <a:lvl7pPr marL="3508004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7pPr>
    <a:lvl8pPr marL="4092672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8pPr>
    <a:lvl9pPr marL="4677339" algn="l" defTabSz="1169335" rtl="0" eaLnBrk="1" latinLnBrk="0" hangingPunct="1">
      <a:defRPr sz="23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4" userDrawn="1">
          <p15:clr>
            <a:srgbClr val="A4A3A4"/>
          </p15:clr>
        </p15:guide>
        <p15:guide id="2" pos="35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B77E"/>
    <a:srgbClr val="380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78" autoAdjust="0"/>
  </p:normalViewPr>
  <p:slideViewPr>
    <p:cSldViewPr snapToGrid="0">
      <p:cViewPr>
        <p:scale>
          <a:sx n="30" d="100"/>
          <a:sy n="30" d="100"/>
        </p:scale>
        <p:origin x="398" y="381"/>
      </p:cViewPr>
      <p:guideLst>
        <p:guide orient="horz" pos="3334"/>
        <p:guide pos="3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12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712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B5B18-54A2-44CC-B83F-9242A1B3DC5C}" type="datetimeFigureOut">
              <a:rPr lang="en-US"/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254625" y="1778000"/>
            <a:ext cx="9594850" cy="4797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6842125"/>
            <a:ext cx="16084550" cy="559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504863"/>
            <a:ext cx="8712200" cy="712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3504863"/>
            <a:ext cx="8712200" cy="712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2BAB1-6ECF-4AFC-B65A-E3422E330A4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2nd panel could be screenshot of phone screen from QR co, arrow to "take" or </a:t>
            </a:r>
            <a:r>
              <a:rPr lang="en-US" dirty="0" err="1">
                <a:cs typeface="Calibri"/>
              </a:rPr>
              <a:t>box,then</a:t>
            </a:r>
            <a:r>
              <a:rPr lang="en-US" dirty="0">
                <a:cs typeface="Calibri"/>
              </a:rPr>
              <a:t> panel 3 is zoomed out of someone actively taking photo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2BAB1-6ECF-4AFC-B65A-E3422E330A4E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68881" y="5102353"/>
            <a:ext cx="27980642" cy="1469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937760" y="9217154"/>
            <a:ext cx="23042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015" y="119635"/>
            <a:ext cx="25312650" cy="826621"/>
          </a:xfrm>
        </p:spPr>
        <p:txBody>
          <a:bodyPr lIns="0" tIns="0" rIns="0" bIns="0"/>
          <a:lstStyle>
            <a:lvl1pPr>
              <a:defRPr sz="5372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015" y="119635"/>
            <a:ext cx="25312650" cy="826621"/>
          </a:xfrm>
        </p:spPr>
        <p:txBody>
          <a:bodyPr lIns="0" tIns="0" rIns="0" bIns="0"/>
          <a:lstStyle>
            <a:lvl1pPr>
              <a:defRPr sz="5372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45921" y="3785618"/>
            <a:ext cx="14319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952977" y="3785618"/>
            <a:ext cx="14319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015" y="119635"/>
            <a:ext cx="25312650" cy="826621"/>
          </a:xfrm>
        </p:spPr>
        <p:txBody>
          <a:bodyPr lIns="0" tIns="0" rIns="0" bIns="0"/>
          <a:lstStyle>
            <a:lvl1pPr>
              <a:defRPr sz="5372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"/>
            <a:ext cx="32918400" cy="15222002"/>
          </a:xfrm>
          <a:custGeom>
            <a:avLst/>
            <a:gdLst/>
            <a:ahLst/>
            <a:cxnLst/>
            <a:rect l="l" t="t" r="r" b="b"/>
            <a:pathLst>
              <a:path w="20104100" h="13148944">
                <a:moveTo>
                  <a:pt x="0" y="13148891"/>
                </a:moveTo>
                <a:lnTo>
                  <a:pt x="20104088" y="13148891"/>
                </a:lnTo>
                <a:lnTo>
                  <a:pt x="20104088" y="0"/>
                </a:lnTo>
                <a:lnTo>
                  <a:pt x="0" y="0"/>
                </a:lnTo>
                <a:lnTo>
                  <a:pt x="0" y="13148891"/>
                </a:lnTo>
                <a:close/>
              </a:path>
            </a:pathLst>
          </a:custGeom>
          <a:solidFill>
            <a:srgbClr val="45A2BC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17" name="bk object 17"/>
          <p:cNvSpPr/>
          <p:nvPr/>
        </p:nvSpPr>
        <p:spPr>
          <a:xfrm>
            <a:off x="21252870" y="3007152"/>
            <a:ext cx="10826888" cy="12028669"/>
          </a:xfrm>
          <a:custGeom>
            <a:avLst/>
            <a:gdLst/>
            <a:ahLst/>
            <a:cxnLst/>
            <a:rect l="l" t="t" r="r" b="b"/>
            <a:pathLst>
              <a:path w="6612255" h="10390505">
                <a:moveTo>
                  <a:pt x="6442438" y="0"/>
                </a:moveTo>
                <a:lnTo>
                  <a:pt x="169223" y="0"/>
                </a:lnTo>
                <a:lnTo>
                  <a:pt x="71391" y="2644"/>
                </a:lnTo>
                <a:lnTo>
                  <a:pt x="21152" y="21152"/>
                </a:lnTo>
                <a:lnTo>
                  <a:pt x="2644" y="71391"/>
                </a:lnTo>
                <a:lnTo>
                  <a:pt x="0" y="169223"/>
                </a:lnTo>
                <a:lnTo>
                  <a:pt x="0" y="10221273"/>
                </a:lnTo>
                <a:lnTo>
                  <a:pt x="2644" y="10319106"/>
                </a:lnTo>
                <a:lnTo>
                  <a:pt x="21152" y="10369344"/>
                </a:lnTo>
                <a:lnTo>
                  <a:pt x="71391" y="10387853"/>
                </a:lnTo>
                <a:lnTo>
                  <a:pt x="169223" y="10390497"/>
                </a:lnTo>
                <a:lnTo>
                  <a:pt x="6442438" y="10390497"/>
                </a:lnTo>
                <a:lnTo>
                  <a:pt x="6540271" y="10387853"/>
                </a:lnTo>
                <a:lnTo>
                  <a:pt x="6590509" y="10369344"/>
                </a:lnTo>
                <a:lnTo>
                  <a:pt x="6609018" y="10319106"/>
                </a:lnTo>
                <a:lnTo>
                  <a:pt x="6611662" y="10221273"/>
                </a:lnTo>
                <a:lnTo>
                  <a:pt x="6611662" y="169223"/>
                </a:lnTo>
                <a:lnTo>
                  <a:pt x="6609018" y="71391"/>
                </a:lnTo>
                <a:lnTo>
                  <a:pt x="6590509" y="21152"/>
                </a:lnTo>
                <a:lnTo>
                  <a:pt x="6540271" y="2644"/>
                </a:lnTo>
                <a:lnTo>
                  <a:pt x="64424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26767256" cy="1861308"/>
          </a:xfrm>
          <a:custGeom>
            <a:avLst/>
            <a:gdLst/>
            <a:ahLst/>
            <a:cxnLst/>
            <a:rect l="l" t="t" r="r" b="b"/>
            <a:pathLst>
              <a:path w="16347440" h="1607820">
                <a:moveTo>
                  <a:pt x="16347266" y="0"/>
                </a:moveTo>
                <a:lnTo>
                  <a:pt x="0" y="0"/>
                </a:lnTo>
                <a:lnTo>
                  <a:pt x="0" y="1607631"/>
                </a:lnTo>
                <a:lnTo>
                  <a:pt x="16178043" y="1607631"/>
                </a:lnTo>
                <a:lnTo>
                  <a:pt x="16275875" y="1604987"/>
                </a:lnTo>
                <a:lnTo>
                  <a:pt x="16326113" y="1586478"/>
                </a:lnTo>
                <a:lnTo>
                  <a:pt x="16344622" y="1536240"/>
                </a:lnTo>
                <a:lnTo>
                  <a:pt x="16347266" y="1438408"/>
                </a:lnTo>
                <a:lnTo>
                  <a:pt x="163472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19" name="bk object 19"/>
          <p:cNvSpPr/>
          <p:nvPr/>
        </p:nvSpPr>
        <p:spPr>
          <a:xfrm>
            <a:off x="0" y="15221917"/>
            <a:ext cx="32918400" cy="1234256"/>
          </a:xfrm>
          <a:custGeom>
            <a:avLst/>
            <a:gdLst/>
            <a:ahLst/>
            <a:cxnLst/>
            <a:rect l="l" t="t" r="r" b="b"/>
            <a:pathLst>
              <a:path w="20104100" h="1066165">
                <a:moveTo>
                  <a:pt x="0" y="1066134"/>
                </a:moveTo>
                <a:lnTo>
                  <a:pt x="20104088" y="1066134"/>
                </a:lnTo>
                <a:lnTo>
                  <a:pt x="20104088" y="0"/>
                </a:lnTo>
                <a:lnTo>
                  <a:pt x="0" y="0"/>
                </a:lnTo>
                <a:lnTo>
                  <a:pt x="0" y="10661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0" name="bk object 20"/>
          <p:cNvSpPr/>
          <p:nvPr/>
        </p:nvSpPr>
        <p:spPr>
          <a:xfrm>
            <a:off x="17899638" y="15430466"/>
            <a:ext cx="0" cy="677040"/>
          </a:xfrm>
          <a:custGeom>
            <a:avLst/>
            <a:gdLst/>
            <a:ahLst/>
            <a:cxnLst/>
            <a:rect l="l" t="t" r="r" b="b"/>
            <a:pathLst>
              <a:path h="584834">
                <a:moveTo>
                  <a:pt x="0" y="0"/>
                </a:moveTo>
                <a:lnTo>
                  <a:pt x="0" y="584838"/>
                </a:lnTo>
              </a:path>
            </a:pathLst>
          </a:custGeom>
          <a:ln w="4883">
            <a:solidFill>
              <a:srgbClr val="020202"/>
            </a:solidFill>
          </a:ln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1" name="bk object 21"/>
          <p:cNvSpPr/>
          <p:nvPr/>
        </p:nvSpPr>
        <p:spPr>
          <a:xfrm>
            <a:off x="17024315" y="16061487"/>
            <a:ext cx="512694" cy="453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2" name="bk object 22"/>
          <p:cNvSpPr/>
          <p:nvPr/>
        </p:nvSpPr>
        <p:spPr>
          <a:xfrm>
            <a:off x="17092116" y="15434456"/>
            <a:ext cx="377428" cy="352120"/>
          </a:xfrm>
          <a:custGeom>
            <a:avLst/>
            <a:gdLst/>
            <a:ahLst/>
            <a:cxnLst/>
            <a:rect l="l" t="t" r="r" b="b"/>
            <a:pathLst>
              <a:path w="230504" h="304165">
                <a:moveTo>
                  <a:pt x="230296" y="0"/>
                </a:moveTo>
                <a:lnTo>
                  <a:pt x="0" y="0"/>
                </a:lnTo>
                <a:lnTo>
                  <a:pt x="45" y="233054"/>
                </a:lnTo>
                <a:lnTo>
                  <a:pt x="115148" y="303654"/>
                </a:lnTo>
                <a:lnTo>
                  <a:pt x="215454" y="256086"/>
                </a:lnTo>
                <a:lnTo>
                  <a:pt x="221607" y="252045"/>
                </a:lnTo>
                <a:lnTo>
                  <a:pt x="226282" y="246625"/>
                </a:lnTo>
                <a:lnTo>
                  <a:pt x="229254" y="240177"/>
                </a:lnTo>
                <a:lnTo>
                  <a:pt x="230296" y="233054"/>
                </a:lnTo>
                <a:lnTo>
                  <a:pt x="230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3" name="bk object 23"/>
          <p:cNvSpPr/>
          <p:nvPr/>
        </p:nvSpPr>
        <p:spPr>
          <a:xfrm>
            <a:off x="17109014" y="15512832"/>
            <a:ext cx="344156" cy="260966"/>
          </a:xfrm>
          <a:custGeom>
            <a:avLst/>
            <a:gdLst/>
            <a:ahLst/>
            <a:cxnLst/>
            <a:rect l="l" t="t" r="r" b="b"/>
            <a:pathLst>
              <a:path w="210184" h="225425">
                <a:moveTo>
                  <a:pt x="147361" y="143129"/>
                </a:moveTo>
                <a:lnTo>
                  <a:pt x="62301" y="143129"/>
                </a:lnTo>
                <a:lnTo>
                  <a:pt x="62301" y="204520"/>
                </a:lnTo>
                <a:lnTo>
                  <a:pt x="104843" y="224827"/>
                </a:lnTo>
                <a:lnTo>
                  <a:pt x="147361" y="204664"/>
                </a:lnTo>
                <a:lnTo>
                  <a:pt x="147361" y="143129"/>
                </a:lnTo>
                <a:close/>
              </a:path>
              <a:path w="210184" h="225425">
                <a:moveTo>
                  <a:pt x="209652" y="68469"/>
                </a:moveTo>
                <a:lnTo>
                  <a:pt x="0" y="68469"/>
                </a:lnTo>
                <a:lnTo>
                  <a:pt x="0" y="143129"/>
                </a:lnTo>
                <a:lnTo>
                  <a:pt x="209652" y="143129"/>
                </a:lnTo>
                <a:lnTo>
                  <a:pt x="209652" y="68469"/>
                </a:lnTo>
                <a:close/>
              </a:path>
              <a:path w="210184" h="225425">
                <a:moveTo>
                  <a:pt x="147361" y="0"/>
                </a:moveTo>
                <a:lnTo>
                  <a:pt x="62301" y="0"/>
                </a:lnTo>
                <a:lnTo>
                  <a:pt x="62301" y="68469"/>
                </a:lnTo>
                <a:lnTo>
                  <a:pt x="147361" y="68469"/>
                </a:lnTo>
                <a:lnTo>
                  <a:pt x="147361" y="0"/>
                </a:lnTo>
                <a:close/>
              </a:path>
            </a:pathLst>
          </a:custGeom>
          <a:solidFill>
            <a:srgbClr val="D94827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4" name="bk object 24"/>
          <p:cNvSpPr/>
          <p:nvPr/>
        </p:nvSpPr>
        <p:spPr>
          <a:xfrm>
            <a:off x="17092116" y="15752543"/>
            <a:ext cx="377428" cy="105122"/>
          </a:xfrm>
          <a:custGeom>
            <a:avLst/>
            <a:gdLst/>
            <a:ahLst/>
            <a:cxnLst/>
            <a:rect l="l" t="t" r="r" b="b"/>
            <a:pathLst>
              <a:path w="230504" h="90805">
                <a:moveTo>
                  <a:pt x="198225" y="52081"/>
                </a:moveTo>
                <a:lnTo>
                  <a:pt x="32070" y="52081"/>
                </a:lnTo>
                <a:lnTo>
                  <a:pt x="112748" y="90360"/>
                </a:lnTo>
                <a:lnTo>
                  <a:pt x="117547" y="90360"/>
                </a:lnTo>
                <a:lnTo>
                  <a:pt x="198225" y="52081"/>
                </a:lnTo>
                <a:close/>
              </a:path>
              <a:path w="230504" h="90805">
                <a:moveTo>
                  <a:pt x="32070" y="0"/>
                </a:moveTo>
                <a:lnTo>
                  <a:pt x="23414" y="11"/>
                </a:lnTo>
                <a:lnTo>
                  <a:pt x="322" y="11032"/>
                </a:lnTo>
                <a:lnTo>
                  <a:pt x="0" y="11521"/>
                </a:lnTo>
                <a:lnTo>
                  <a:pt x="0" y="58326"/>
                </a:lnTo>
                <a:lnTo>
                  <a:pt x="4584" y="61084"/>
                </a:lnTo>
                <a:lnTo>
                  <a:pt x="23414" y="52093"/>
                </a:lnTo>
                <a:lnTo>
                  <a:pt x="230296" y="52081"/>
                </a:lnTo>
                <a:lnTo>
                  <a:pt x="230296" y="39401"/>
                </a:lnTo>
                <a:lnTo>
                  <a:pt x="115148" y="39401"/>
                </a:lnTo>
                <a:lnTo>
                  <a:pt x="32070" y="0"/>
                </a:lnTo>
                <a:close/>
              </a:path>
              <a:path w="230504" h="90805">
                <a:moveTo>
                  <a:pt x="230296" y="52081"/>
                </a:moveTo>
                <a:lnTo>
                  <a:pt x="198225" y="52081"/>
                </a:lnTo>
                <a:lnTo>
                  <a:pt x="206881" y="52093"/>
                </a:lnTo>
                <a:lnTo>
                  <a:pt x="225699" y="61084"/>
                </a:lnTo>
                <a:lnTo>
                  <a:pt x="230296" y="58326"/>
                </a:lnTo>
                <a:lnTo>
                  <a:pt x="230296" y="52081"/>
                </a:lnTo>
                <a:close/>
              </a:path>
              <a:path w="230504" h="90805">
                <a:moveTo>
                  <a:pt x="198225" y="0"/>
                </a:moveTo>
                <a:lnTo>
                  <a:pt x="115148" y="39401"/>
                </a:lnTo>
                <a:lnTo>
                  <a:pt x="230296" y="39401"/>
                </a:lnTo>
                <a:lnTo>
                  <a:pt x="230296" y="11521"/>
                </a:lnTo>
                <a:lnTo>
                  <a:pt x="229973" y="11032"/>
                </a:lnTo>
                <a:lnTo>
                  <a:pt x="206881" y="11"/>
                </a:lnTo>
                <a:lnTo>
                  <a:pt x="198225" y="0"/>
                </a:lnTo>
                <a:close/>
              </a:path>
            </a:pathLst>
          </a:custGeom>
          <a:solidFill>
            <a:srgbClr val="E2F4FD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5" name="bk object 25"/>
          <p:cNvSpPr/>
          <p:nvPr/>
        </p:nvSpPr>
        <p:spPr>
          <a:xfrm>
            <a:off x="17092118" y="15753570"/>
            <a:ext cx="377428" cy="103651"/>
          </a:xfrm>
          <a:custGeom>
            <a:avLst/>
            <a:gdLst/>
            <a:ahLst/>
            <a:cxnLst/>
            <a:rect l="l" t="t" r="r" b="b"/>
            <a:pathLst>
              <a:path w="230504" h="89534">
                <a:moveTo>
                  <a:pt x="38903" y="52081"/>
                </a:moveTo>
                <a:lnTo>
                  <a:pt x="31771" y="52081"/>
                </a:lnTo>
                <a:lnTo>
                  <a:pt x="35771" y="52965"/>
                </a:lnTo>
                <a:lnTo>
                  <a:pt x="110706" y="88498"/>
                </a:lnTo>
                <a:lnTo>
                  <a:pt x="112927" y="88987"/>
                </a:lnTo>
                <a:lnTo>
                  <a:pt x="117368" y="88987"/>
                </a:lnTo>
                <a:lnTo>
                  <a:pt x="119589" y="88498"/>
                </a:lnTo>
                <a:lnTo>
                  <a:pt x="123038" y="86862"/>
                </a:lnTo>
                <a:lnTo>
                  <a:pt x="113237" y="86862"/>
                </a:lnTo>
                <a:lnTo>
                  <a:pt x="111327" y="86432"/>
                </a:lnTo>
                <a:lnTo>
                  <a:pt x="38903" y="52081"/>
                </a:lnTo>
                <a:close/>
              </a:path>
              <a:path w="230504" h="89534">
                <a:moveTo>
                  <a:pt x="206905" y="49968"/>
                </a:moveTo>
                <a:lnTo>
                  <a:pt x="198153" y="49968"/>
                </a:lnTo>
                <a:lnTo>
                  <a:pt x="193758" y="50959"/>
                </a:lnTo>
                <a:lnTo>
                  <a:pt x="118968" y="86432"/>
                </a:lnTo>
                <a:lnTo>
                  <a:pt x="117058" y="86862"/>
                </a:lnTo>
                <a:lnTo>
                  <a:pt x="123038" y="86862"/>
                </a:lnTo>
                <a:lnTo>
                  <a:pt x="194512" y="52965"/>
                </a:lnTo>
                <a:lnTo>
                  <a:pt x="198512" y="52081"/>
                </a:lnTo>
                <a:lnTo>
                  <a:pt x="213666" y="52081"/>
                </a:lnTo>
                <a:lnTo>
                  <a:pt x="211258" y="50947"/>
                </a:lnTo>
                <a:lnTo>
                  <a:pt x="206905" y="49968"/>
                </a:lnTo>
                <a:close/>
              </a:path>
              <a:path w="230504" h="89534">
                <a:moveTo>
                  <a:pt x="31771" y="0"/>
                </a:moveTo>
                <a:lnTo>
                  <a:pt x="23748" y="0"/>
                </a:lnTo>
                <a:lnTo>
                  <a:pt x="19724" y="883"/>
                </a:lnTo>
                <a:lnTo>
                  <a:pt x="322" y="10148"/>
                </a:lnTo>
                <a:lnTo>
                  <a:pt x="0" y="10638"/>
                </a:lnTo>
                <a:lnTo>
                  <a:pt x="0" y="56523"/>
                </a:lnTo>
                <a:lnTo>
                  <a:pt x="2805" y="58923"/>
                </a:lnTo>
                <a:lnTo>
                  <a:pt x="6769" y="58923"/>
                </a:lnTo>
                <a:lnTo>
                  <a:pt x="7653" y="58732"/>
                </a:lnTo>
                <a:lnTo>
                  <a:pt x="11702" y="56797"/>
                </a:lnTo>
                <a:lnTo>
                  <a:pt x="4119" y="56797"/>
                </a:lnTo>
                <a:lnTo>
                  <a:pt x="2196" y="55424"/>
                </a:lnTo>
                <a:lnTo>
                  <a:pt x="2196" y="11617"/>
                </a:lnTo>
                <a:lnTo>
                  <a:pt x="20321" y="2961"/>
                </a:lnTo>
                <a:lnTo>
                  <a:pt x="24058" y="2125"/>
                </a:lnTo>
                <a:lnTo>
                  <a:pt x="38415" y="2125"/>
                </a:lnTo>
                <a:lnTo>
                  <a:pt x="35771" y="871"/>
                </a:lnTo>
                <a:lnTo>
                  <a:pt x="31771" y="0"/>
                </a:lnTo>
                <a:close/>
              </a:path>
              <a:path w="230504" h="89534">
                <a:moveTo>
                  <a:pt x="213666" y="52081"/>
                </a:moveTo>
                <a:lnTo>
                  <a:pt x="206535" y="52081"/>
                </a:lnTo>
                <a:lnTo>
                  <a:pt x="210559" y="52965"/>
                </a:lnTo>
                <a:lnTo>
                  <a:pt x="222630" y="58732"/>
                </a:lnTo>
                <a:lnTo>
                  <a:pt x="223526" y="58923"/>
                </a:lnTo>
                <a:lnTo>
                  <a:pt x="227490" y="58923"/>
                </a:lnTo>
                <a:lnTo>
                  <a:pt x="229974" y="56797"/>
                </a:lnTo>
                <a:lnTo>
                  <a:pt x="223824" y="56797"/>
                </a:lnTo>
                <a:lnTo>
                  <a:pt x="223287" y="56666"/>
                </a:lnTo>
                <a:lnTo>
                  <a:pt x="213666" y="52081"/>
                </a:lnTo>
                <a:close/>
              </a:path>
              <a:path w="230504" h="89534">
                <a:moveTo>
                  <a:pt x="32130" y="49968"/>
                </a:moveTo>
                <a:lnTo>
                  <a:pt x="23378" y="49968"/>
                </a:lnTo>
                <a:lnTo>
                  <a:pt x="18984" y="50959"/>
                </a:lnTo>
                <a:lnTo>
                  <a:pt x="7008" y="56666"/>
                </a:lnTo>
                <a:lnTo>
                  <a:pt x="6471" y="56797"/>
                </a:lnTo>
                <a:lnTo>
                  <a:pt x="11702" y="56797"/>
                </a:lnTo>
                <a:lnTo>
                  <a:pt x="19724" y="52965"/>
                </a:lnTo>
                <a:lnTo>
                  <a:pt x="23748" y="52081"/>
                </a:lnTo>
                <a:lnTo>
                  <a:pt x="38903" y="52081"/>
                </a:lnTo>
                <a:lnTo>
                  <a:pt x="36512" y="50947"/>
                </a:lnTo>
                <a:lnTo>
                  <a:pt x="32130" y="49968"/>
                </a:lnTo>
                <a:close/>
              </a:path>
              <a:path w="230504" h="89534">
                <a:moveTo>
                  <a:pt x="213161" y="2125"/>
                </a:moveTo>
                <a:lnTo>
                  <a:pt x="206237" y="2125"/>
                </a:lnTo>
                <a:lnTo>
                  <a:pt x="209962" y="2961"/>
                </a:lnTo>
                <a:lnTo>
                  <a:pt x="228099" y="11617"/>
                </a:lnTo>
                <a:lnTo>
                  <a:pt x="228099" y="55424"/>
                </a:lnTo>
                <a:lnTo>
                  <a:pt x="226176" y="56797"/>
                </a:lnTo>
                <a:lnTo>
                  <a:pt x="229974" y="56797"/>
                </a:lnTo>
                <a:lnTo>
                  <a:pt x="230296" y="56523"/>
                </a:lnTo>
                <a:lnTo>
                  <a:pt x="230296" y="10638"/>
                </a:lnTo>
                <a:lnTo>
                  <a:pt x="229973" y="10148"/>
                </a:lnTo>
                <a:lnTo>
                  <a:pt x="213161" y="2125"/>
                </a:lnTo>
                <a:close/>
              </a:path>
              <a:path w="230504" h="89534">
                <a:moveTo>
                  <a:pt x="38415" y="2125"/>
                </a:moveTo>
                <a:lnTo>
                  <a:pt x="31473" y="2125"/>
                </a:lnTo>
                <a:lnTo>
                  <a:pt x="35174" y="2961"/>
                </a:lnTo>
                <a:lnTo>
                  <a:pt x="115148" y="40882"/>
                </a:lnTo>
                <a:lnTo>
                  <a:pt x="120133" y="38517"/>
                </a:lnTo>
                <a:lnTo>
                  <a:pt x="115148" y="38517"/>
                </a:lnTo>
                <a:lnTo>
                  <a:pt x="38415" y="2125"/>
                </a:lnTo>
                <a:close/>
              </a:path>
              <a:path w="230504" h="89534">
                <a:moveTo>
                  <a:pt x="206535" y="0"/>
                </a:moveTo>
                <a:lnTo>
                  <a:pt x="198512" y="0"/>
                </a:lnTo>
                <a:lnTo>
                  <a:pt x="194487" y="883"/>
                </a:lnTo>
                <a:lnTo>
                  <a:pt x="115148" y="38517"/>
                </a:lnTo>
                <a:lnTo>
                  <a:pt x="120133" y="38517"/>
                </a:lnTo>
                <a:lnTo>
                  <a:pt x="195109" y="2961"/>
                </a:lnTo>
                <a:lnTo>
                  <a:pt x="198822" y="2125"/>
                </a:lnTo>
                <a:lnTo>
                  <a:pt x="213161" y="2125"/>
                </a:lnTo>
                <a:lnTo>
                  <a:pt x="210505" y="871"/>
                </a:lnTo>
                <a:lnTo>
                  <a:pt x="206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6" name="bk object 26"/>
          <p:cNvSpPr/>
          <p:nvPr/>
        </p:nvSpPr>
        <p:spPr>
          <a:xfrm>
            <a:off x="17101761" y="15760171"/>
            <a:ext cx="358714" cy="90419"/>
          </a:xfrm>
          <a:custGeom>
            <a:avLst/>
            <a:gdLst/>
            <a:ahLst/>
            <a:cxnLst/>
            <a:rect l="l" t="t" r="r" b="b"/>
            <a:pathLst>
              <a:path w="219075" h="78105">
                <a:moveTo>
                  <a:pt x="31433" y="40679"/>
                </a:moveTo>
                <a:lnTo>
                  <a:pt x="26816" y="40679"/>
                </a:lnTo>
                <a:lnTo>
                  <a:pt x="31773" y="41801"/>
                </a:lnTo>
                <a:lnTo>
                  <a:pt x="106575" y="77274"/>
                </a:lnTo>
                <a:lnTo>
                  <a:pt x="107912" y="77585"/>
                </a:lnTo>
                <a:lnTo>
                  <a:pt x="110598" y="77585"/>
                </a:lnTo>
                <a:lnTo>
                  <a:pt x="111948" y="77274"/>
                </a:lnTo>
                <a:lnTo>
                  <a:pt x="113433" y="76570"/>
                </a:lnTo>
                <a:lnTo>
                  <a:pt x="108067" y="76570"/>
                </a:lnTo>
                <a:lnTo>
                  <a:pt x="106885" y="76307"/>
                </a:lnTo>
                <a:lnTo>
                  <a:pt x="32070" y="40822"/>
                </a:lnTo>
                <a:lnTo>
                  <a:pt x="31433" y="40679"/>
                </a:lnTo>
                <a:close/>
              </a:path>
              <a:path w="219075" h="78105">
                <a:moveTo>
                  <a:pt x="201747" y="39676"/>
                </a:moveTo>
                <a:lnTo>
                  <a:pt x="191551" y="39676"/>
                </a:lnTo>
                <a:lnTo>
                  <a:pt x="186415" y="40834"/>
                </a:lnTo>
                <a:lnTo>
                  <a:pt x="111637" y="76307"/>
                </a:lnTo>
                <a:lnTo>
                  <a:pt x="110443" y="76570"/>
                </a:lnTo>
                <a:lnTo>
                  <a:pt x="113433" y="76570"/>
                </a:lnTo>
                <a:lnTo>
                  <a:pt x="186763" y="41789"/>
                </a:lnTo>
                <a:lnTo>
                  <a:pt x="191706" y="40679"/>
                </a:lnTo>
                <a:lnTo>
                  <a:pt x="206193" y="40679"/>
                </a:lnTo>
                <a:lnTo>
                  <a:pt x="201747" y="39676"/>
                </a:lnTo>
                <a:close/>
              </a:path>
              <a:path w="219075" h="78105">
                <a:moveTo>
                  <a:pt x="25025" y="0"/>
                </a:moveTo>
                <a:lnTo>
                  <a:pt x="18733" y="0"/>
                </a:lnTo>
                <a:lnTo>
                  <a:pt x="15569" y="716"/>
                </a:lnTo>
                <a:lnTo>
                  <a:pt x="0" y="8142"/>
                </a:lnTo>
                <a:lnTo>
                  <a:pt x="0" y="47508"/>
                </a:lnTo>
                <a:lnTo>
                  <a:pt x="3382" y="45896"/>
                </a:lnTo>
                <a:lnTo>
                  <a:pt x="1050" y="45896"/>
                </a:lnTo>
                <a:lnTo>
                  <a:pt x="1050" y="8763"/>
                </a:lnTo>
                <a:lnTo>
                  <a:pt x="15944" y="1671"/>
                </a:lnTo>
                <a:lnTo>
                  <a:pt x="18900" y="1002"/>
                </a:lnTo>
                <a:lnTo>
                  <a:pt x="28795" y="1002"/>
                </a:lnTo>
                <a:lnTo>
                  <a:pt x="28166" y="704"/>
                </a:lnTo>
                <a:lnTo>
                  <a:pt x="25025" y="0"/>
                </a:lnTo>
                <a:close/>
              </a:path>
              <a:path w="219075" h="78105">
                <a:moveTo>
                  <a:pt x="206193" y="40679"/>
                </a:moveTo>
                <a:lnTo>
                  <a:pt x="201580" y="40679"/>
                </a:lnTo>
                <a:lnTo>
                  <a:pt x="206547" y="41801"/>
                </a:lnTo>
                <a:lnTo>
                  <a:pt x="218511" y="47508"/>
                </a:lnTo>
                <a:lnTo>
                  <a:pt x="218511" y="45896"/>
                </a:lnTo>
                <a:lnTo>
                  <a:pt x="217472" y="45896"/>
                </a:lnTo>
                <a:lnTo>
                  <a:pt x="206829" y="40822"/>
                </a:lnTo>
                <a:lnTo>
                  <a:pt x="206193" y="40679"/>
                </a:lnTo>
                <a:close/>
              </a:path>
              <a:path w="219075" h="78105">
                <a:moveTo>
                  <a:pt x="26972" y="39676"/>
                </a:moveTo>
                <a:lnTo>
                  <a:pt x="16775" y="39676"/>
                </a:lnTo>
                <a:lnTo>
                  <a:pt x="11641" y="40834"/>
                </a:lnTo>
                <a:lnTo>
                  <a:pt x="1050" y="45896"/>
                </a:lnTo>
                <a:lnTo>
                  <a:pt x="3382" y="45896"/>
                </a:lnTo>
                <a:lnTo>
                  <a:pt x="12028" y="41789"/>
                </a:lnTo>
                <a:lnTo>
                  <a:pt x="16930" y="40679"/>
                </a:lnTo>
                <a:lnTo>
                  <a:pt x="31433" y="40679"/>
                </a:lnTo>
                <a:lnTo>
                  <a:pt x="26972" y="39676"/>
                </a:lnTo>
                <a:close/>
              </a:path>
              <a:path w="219075" h="78105">
                <a:moveTo>
                  <a:pt x="203542" y="1002"/>
                </a:moveTo>
                <a:lnTo>
                  <a:pt x="199622" y="1002"/>
                </a:lnTo>
                <a:lnTo>
                  <a:pt x="202619" y="1683"/>
                </a:lnTo>
                <a:lnTo>
                  <a:pt x="217472" y="8763"/>
                </a:lnTo>
                <a:lnTo>
                  <a:pt x="217472" y="45896"/>
                </a:lnTo>
                <a:lnTo>
                  <a:pt x="218511" y="45896"/>
                </a:lnTo>
                <a:lnTo>
                  <a:pt x="218511" y="8142"/>
                </a:lnTo>
                <a:lnTo>
                  <a:pt x="203542" y="1002"/>
                </a:lnTo>
                <a:close/>
              </a:path>
              <a:path w="219075" h="78105">
                <a:moveTo>
                  <a:pt x="28795" y="1002"/>
                </a:moveTo>
                <a:lnTo>
                  <a:pt x="24870" y="1002"/>
                </a:lnTo>
                <a:lnTo>
                  <a:pt x="27880" y="1683"/>
                </a:lnTo>
                <a:lnTo>
                  <a:pt x="109261" y="40285"/>
                </a:lnTo>
                <a:lnTo>
                  <a:pt x="111627" y="39162"/>
                </a:lnTo>
                <a:lnTo>
                  <a:pt x="109261" y="39162"/>
                </a:lnTo>
                <a:lnTo>
                  <a:pt x="28795" y="1002"/>
                </a:lnTo>
                <a:close/>
              </a:path>
              <a:path w="219075" h="78105">
                <a:moveTo>
                  <a:pt x="199777" y="0"/>
                </a:moveTo>
                <a:lnTo>
                  <a:pt x="193497" y="0"/>
                </a:lnTo>
                <a:lnTo>
                  <a:pt x="190332" y="716"/>
                </a:lnTo>
                <a:lnTo>
                  <a:pt x="109261" y="39162"/>
                </a:lnTo>
                <a:lnTo>
                  <a:pt x="111627" y="39162"/>
                </a:lnTo>
                <a:lnTo>
                  <a:pt x="190667" y="1671"/>
                </a:lnTo>
                <a:lnTo>
                  <a:pt x="193652" y="1002"/>
                </a:lnTo>
                <a:lnTo>
                  <a:pt x="203542" y="1002"/>
                </a:lnTo>
                <a:lnTo>
                  <a:pt x="202889" y="704"/>
                </a:lnTo>
                <a:lnTo>
                  <a:pt x="199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7" name="bk object 27"/>
          <p:cNvSpPr/>
          <p:nvPr/>
        </p:nvSpPr>
        <p:spPr>
          <a:xfrm>
            <a:off x="17092120" y="15471350"/>
            <a:ext cx="377428" cy="0"/>
          </a:xfrm>
          <a:custGeom>
            <a:avLst/>
            <a:gdLst/>
            <a:ahLst/>
            <a:cxnLst/>
            <a:rect l="l" t="t" r="r" b="b"/>
            <a:pathLst>
              <a:path w="230504">
                <a:moveTo>
                  <a:pt x="0" y="0"/>
                </a:moveTo>
                <a:lnTo>
                  <a:pt x="230296" y="0"/>
                </a:lnTo>
              </a:path>
            </a:pathLst>
          </a:custGeom>
          <a:ln w="637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8" name="bk object 28"/>
          <p:cNvSpPr/>
          <p:nvPr/>
        </p:nvSpPr>
        <p:spPr>
          <a:xfrm>
            <a:off x="16825513" y="15430466"/>
            <a:ext cx="2265098" cy="6770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9" name="bk object 29"/>
          <p:cNvSpPr/>
          <p:nvPr/>
        </p:nvSpPr>
        <p:spPr>
          <a:xfrm>
            <a:off x="16825517" y="15434457"/>
            <a:ext cx="910310" cy="6036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30" name="bk object 30"/>
          <p:cNvSpPr/>
          <p:nvPr/>
        </p:nvSpPr>
        <p:spPr>
          <a:xfrm>
            <a:off x="18051077" y="15434793"/>
            <a:ext cx="1039514" cy="6657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31" name="bk object 31"/>
          <p:cNvSpPr/>
          <p:nvPr/>
        </p:nvSpPr>
        <p:spPr>
          <a:xfrm>
            <a:off x="14476606" y="15481306"/>
            <a:ext cx="0" cy="596177"/>
          </a:xfrm>
          <a:custGeom>
            <a:avLst/>
            <a:gdLst/>
            <a:ahLst/>
            <a:cxnLst/>
            <a:rect l="l" t="t" r="r" b="b"/>
            <a:pathLst>
              <a:path h="514984">
                <a:moveTo>
                  <a:pt x="0" y="0"/>
                </a:moveTo>
                <a:lnTo>
                  <a:pt x="0" y="514536"/>
                </a:lnTo>
              </a:path>
            </a:pathLst>
          </a:custGeom>
          <a:ln w="98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32" name="bk object 32"/>
          <p:cNvSpPr/>
          <p:nvPr/>
        </p:nvSpPr>
        <p:spPr>
          <a:xfrm>
            <a:off x="13508181" y="15430461"/>
            <a:ext cx="842270" cy="6435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33" name="bk object 33"/>
          <p:cNvSpPr/>
          <p:nvPr/>
        </p:nvSpPr>
        <p:spPr>
          <a:xfrm>
            <a:off x="14591169" y="15599031"/>
            <a:ext cx="1549054" cy="5084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34" name="bk object 34"/>
          <p:cNvSpPr/>
          <p:nvPr/>
        </p:nvSpPr>
        <p:spPr>
          <a:xfrm>
            <a:off x="851655" y="15528281"/>
            <a:ext cx="3662170" cy="4955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4015" y="119635"/>
            <a:ext cx="25312650" cy="1469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5920" y="3785618"/>
            <a:ext cx="29626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192256" y="15307057"/>
            <a:ext cx="10533888" cy="354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645922" y="15307057"/>
            <a:ext cx="7571232" cy="354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701252" y="15307057"/>
            <a:ext cx="7571232" cy="354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57165">
        <a:defRPr>
          <a:latin typeface="+mn-lt"/>
          <a:ea typeface="+mn-ea"/>
          <a:cs typeface="+mn-cs"/>
        </a:defRPr>
      </a:lvl2pPr>
      <a:lvl3pPr marL="514330">
        <a:defRPr>
          <a:latin typeface="+mn-lt"/>
          <a:ea typeface="+mn-ea"/>
          <a:cs typeface="+mn-cs"/>
        </a:defRPr>
      </a:lvl3pPr>
      <a:lvl4pPr marL="771494">
        <a:defRPr>
          <a:latin typeface="+mn-lt"/>
          <a:ea typeface="+mn-ea"/>
          <a:cs typeface="+mn-cs"/>
        </a:defRPr>
      </a:lvl4pPr>
      <a:lvl5pPr marL="1028659">
        <a:defRPr>
          <a:latin typeface="+mn-lt"/>
          <a:ea typeface="+mn-ea"/>
          <a:cs typeface="+mn-cs"/>
        </a:defRPr>
      </a:lvl5pPr>
      <a:lvl6pPr marL="1285824">
        <a:defRPr>
          <a:latin typeface="+mn-lt"/>
          <a:ea typeface="+mn-ea"/>
          <a:cs typeface="+mn-cs"/>
        </a:defRPr>
      </a:lvl6pPr>
      <a:lvl7pPr marL="1542989">
        <a:defRPr>
          <a:latin typeface="+mn-lt"/>
          <a:ea typeface="+mn-ea"/>
          <a:cs typeface="+mn-cs"/>
        </a:defRPr>
      </a:lvl7pPr>
      <a:lvl8pPr marL="1800153">
        <a:defRPr>
          <a:latin typeface="+mn-lt"/>
          <a:ea typeface="+mn-ea"/>
          <a:cs typeface="+mn-cs"/>
        </a:defRPr>
      </a:lvl8pPr>
      <a:lvl9pPr marL="205731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57165">
        <a:defRPr>
          <a:latin typeface="+mn-lt"/>
          <a:ea typeface="+mn-ea"/>
          <a:cs typeface="+mn-cs"/>
        </a:defRPr>
      </a:lvl2pPr>
      <a:lvl3pPr marL="514330">
        <a:defRPr>
          <a:latin typeface="+mn-lt"/>
          <a:ea typeface="+mn-ea"/>
          <a:cs typeface="+mn-cs"/>
        </a:defRPr>
      </a:lvl3pPr>
      <a:lvl4pPr marL="771494">
        <a:defRPr>
          <a:latin typeface="+mn-lt"/>
          <a:ea typeface="+mn-ea"/>
          <a:cs typeface="+mn-cs"/>
        </a:defRPr>
      </a:lvl4pPr>
      <a:lvl5pPr marL="1028659">
        <a:defRPr>
          <a:latin typeface="+mn-lt"/>
          <a:ea typeface="+mn-ea"/>
          <a:cs typeface="+mn-cs"/>
        </a:defRPr>
      </a:lvl5pPr>
      <a:lvl6pPr marL="1285824">
        <a:defRPr>
          <a:latin typeface="+mn-lt"/>
          <a:ea typeface="+mn-ea"/>
          <a:cs typeface="+mn-cs"/>
        </a:defRPr>
      </a:lvl6pPr>
      <a:lvl7pPr marL="1542989">
        <a:defRPr>
          <a:latin typeface="+mn-lt"/>
          <a:ea typeface="+mn-ea"/>
          <a:cs typeface="+mn-cs"/>
        </a:defRPr>
      </a:lvl7pPr>
      <a:lvl8pPr marL="1800153">
        <a:defRPr>
          <a:latin typeface="+mn-lt"/>
          <a:ea typeface="+mn-ea"/>
          <a:cs typeface="+mn-cs"/>
        </a:defRPr>
      </a:lvl8pPr>
      <a:lvl9pPr marL="205731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1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19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11118844" y="570474"/>
            <a:ext cx="10727004" cy="3020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bject 183"/>
          <p:cNvSpPr>
            <a:spLocks noChangeAspect="1"/>
          </p:cNvSpPr>
          <p:nvPr/>
        </p:nvSpPr>
        <p:spPr>
          <a:xfrm>
            <a:off x="11786413" y="820082"/>
            <a:ext cx="9456776" cy="189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4" name="object 184"/>
          <p:cNvSpPr>
            <a:spLocks noChangeAspect="1"/>
          </p:cNvSpPr>
          <p:nvPr/>
        </p:nvSpPr>
        <p:spPr>
          <a:xfrm>
            <a:off x="11786413" y="2753580"/>
            <a:ext cx="9606755" cy="731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95"/>
          </a:p>
        </p:txBody>
      </p:sp>
      <p:sp>
        <p:nvSpPr>
          <p:cNvPr id="205" name="object 174"/>
          <p:cNvSpPr txBox="1"/>
          <p:nvPr/>
        </p:nvSpPr>
        <p:spPr>
          <a:xfrm>
            <a:off x="1965044" y="17064225"/>
            <a:ext cx="2399617" cy="228509"/>
          </a:xfrm>
          <a:prstGeom prst="rect">
            <a:avLst/>
          </a:prstGeom>
        </p:spPr>
        <p:txBody>
          <a:bodyPr wrap="square" lIns="0" tIns="7859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lang="en-US" sz="675" spc="3">
                <a:latin typeface="Arial"/>
                <a:cs typeface="Arial"/>
              </a:rPr>
              <a:t>Partnered</a:t>
            </a:r>
          </a:p>
          <a:p>
            <a:pPr marL="7144">
              <a:spcBef>
                <a:spcPts val="62"/>
              </a:spcBef>
              <a:defRPr/>
            </a:pPr>
            <a:r>
              <a:rPr lang="en-US" sz="675" spc="3">
                <a:latin typeface="Arial"/>
                <a:cs typeface="Arial"/>
              </a:rPr>
              <a:t>     with: </a:t>
            </a:r>
            <a:endParaRPr sz="675">
              <a:latin typeface="Arial"/>
              <a:cs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1627" y="11834846"/>
            <a:ext cx="32192628" cy="36625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13"/>
          <p:cNvSpPr txBox="1"/>
          <p:nvPr/>
        </p:nvSpPr>
        <p:spPr>
          <a:xfrm>
            <a:off x="373946" y="11898899"/>
            <a:ext cx="32192628" cy="3455754"/>
          </a:xfrm>
          <a:prstGeom prst="rect">
            <a:avLst/>
          </a:prstGeom>
        </p:spPr>
        <p:txBody>
          <a:bodyPr vert="horz" wrap="square" lIns="0" tIns="8573" rIns="0" bIns="0" rtlCol="0" anchor="t">
            <a:spAutoFit/>
          </a:bodyPr>
          <a:lstStyle/>
          <a:p>
            <a:pPr marL="6985" algn="ctr"/>
            <a:r>
              <a:rPr sz="2800" b="1" spc="-8" dirty="0">
                <a:solidFill>
                  <a:srgbClr val="45A2BC"/>
                </a:solidFill>
                <a:latin typeface="Arial"/>
                <a:cs typeface="Arial"/>
              </a:rPr>
              <a:t>What </a:t>
            </a:r>
            <a:r>
              <a:rPr sz="2800" b="1" spc="-92" dirty="0">
                <a:solidFill>
                  <a:srgbClr val="45A2BC"/>
                </a:solidFill>
                <a:latin typeface="Arial"/>
                <a:cs typeface="Arial"/>
              </a:rPr>
              <a:t>is</a:t>
            </a:r>
            <a:r>
              <a:rPr sz="2800" b="1" spc="8" dirty="0">
                <a:solidFill>
                  <a:srgbClr val="45A2BC"/>
                </a:solidFill>
                <a:latin typeface="Arial"/>
                <a:cs typeface="Arial"/>
              </a:rPr>
              <a:t> </a:t>
            </a:r>
            <a:r>
              <a:rPr sz="2800" b="1" spc="-138" dirty="0">
                <a:solidFill>
                  <a:srgbClr val="45A2BC"/>
                </a:solidFill>
                <a:latin typeface="Arial"/>
                <a:cs typeface="Arial"/>
              </a:rPr>
              <a:t>CoastSnap?</a:t>
            </a:r>
            <a:endParaRPr lang="en-US" sz="2800" b="1" dirty="0">
              <a:latin typeface="Arial"/>
              <a:cs typeface="Arial"/>
            </a:endParaRPr>
          </a:p>
          <a:p>
            <a:pPr marL="6985" marR="256540" algn="ctr"/>
            <a:r>
              <a:rPr lang="en-US" sz="2800" spc="-71" dirty="0">
                <a:latin typeface="Arial"/>
                <a:cs typeface="Arial"/>
              </a:rPr>
              <a:t>CoastSnap </a:t>
            </a:r>
            <a:r>
              <a:rPr lang="en-US" sz="2800" spc="-73" dirty="0">
                <a:latin typeface="Arial"/>
                <a:cs typeface="Arial"/>
              </a:rPr>
              <a:t>harnesses</a:t>
            </a:r>
            <a:r>
              <a:rPr sz="2800" spc="-73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sz="2800" spc="-17" dirty="0">
                <a:latin typeface="Arial"/>
                <a:cs typeface="Arial"/>
              </a:rPr>
              <a:t>power </a:t>
            </a:r>
            <a:r>
              <a:rPr sz="2800" spc="-11" dirty="0">
                <a:latin typeface="Arial"/>
                <a:cs typeface="Arial"/>
              </a:rPr>
              <a:t>of </a:t>
            </a:r>
            <a:r>
              <a:rPr lang="en-US" sz="2800" spc="-34" dirty="0">
                <a:latin typeface="Arial"/>
                <a:cs typeface="Arial"/>
              </a:rPr>
              <a:t>the public</a:t>
            </a:r>
            <a:r>
              <a:rPr sz="2800" spc="-34" dirty="0">
                <a:latin typeface="Arial"/>
                <a:cs typeface="Arial"/>
              </a:rPr>
              <a:t> </a:t>
            </a:r>
            <a:r>
              <a:rPr sz="2800" spc="34" dirty="0">
                <a:latin typeface="Arial"/>
                <a:cs typeface="Arial"/>
              </a:rPr>
              <a:t>to </a:t>
            </a:r>
            <a:r>
              <a:rPr sz="2800" spc="-11" dirty="0">
                <a:latin typeface="Arial"/>
                <a:cs typeface="Arial"/>
              </a:rPr>
              <a:t>record </a:t>
            </a:r>
            <a:r>
              <a:rPr sz="2800" spc="-3" dirty="0">
                <a:latin typeface="Arial"/>
                <a:cs typeface="Arial"/>
              </a:rPr>
              <a:t>short </a:t>
            </a:r>
            <a:r>
              <a:rPr sz="2800" spc="-73" dirty="0">
                <a:latin typeface="Arial"/>
                <a:cs typeface="Arial"/>
              </a:rPr>
              <a:t>and </a:t>
            </a:r>
            <a:r>
              <a:rPr sz="2800" spc="-23" dirty="0">
                <a:latin typeface="Arial"/>
                <a:cs typeface="Arial"/>
              </a:rPr>
              <a:t>long-term </a:t>
            </a:r>
            <a:r>
              <a:rPr sz="2800" spc="-73" dirty="0">
                <a:latin typeface="Arial"/>
                <a:cs typeface="Arial"/>
              </a:rPr>
              <a:t>beach </a:t>
            </a:r>
            <a:r>
              <a:rPr sz="2800" spc="-28" dirty="0" smtClean="0">
                <a:latin typeface="Arial"/>
                <a:cs typeface="Arial"/>
              </a:rPr>
              <a:t>erosion</a:t>
            </a:r>
            <a:r>
              <a:rPr lang="en-US" sz="2800" spc="-28" dirty="0" smtClean="0">
                <a:latin typeface="Arial"/>
                <a:cs typeface="Arial"/>
              </a:rPr>
              <a:t> </a:t>
            </a:r>
            <a:r>
              <a:rPr sz="2800" spc="-73" dirty="0" smtClean="0">
                <a:latin typeface="Arial"/>
                <a:cs typeface="Arial"/>
              </a:rPr>
              <a:t>and</a:t>
            </a:r>
            <a:r>
              <a:rPr lang="en-US" sz="2800" spc="-73" dirty="0" smtClean="0">
                <a:latin typeface="Arial"/>
                <a:cs typeface="Arial"/>
              </a:rPr>
              <a:t> </a:t>
            </a:r>
            <a:r>
              <a:rPr sz="2800" spc="-39" dirty="0" smtClean="0">
                <a:latin typeface="Arial"/>
                <a:cs typeface="Arial"/>
              </a:rPr>
              <a:t>recovery</a:t>
            </a:r>
            <a:r>
              <a:rPr sz="2800" spc="-39" dirty="0">
                <a:latin typeface="Arial"/>
                <a:cs typeface="Arial"/>
              </a:rPr>
              <a:t>.</a:t>
            </a:r>
            <a:r>
              <a:rPr lang="en-US" sz="2800" spc="-39" dirty="0">
                <a:latin typeface="Arial"/>
                <a:cs typeface="Arial"/>
              </a:rPr>
              <a:t> </a:t>
            </a:r>
            <a:r>
              <a:rPr sz="2800" spc="-42" dirty="0">
                <a:latin typeface="Arial"/>
                <a:cs typeface="Arial"/>
              </a:rPr>
              <a:t>Photos you </a:t>
            </a:r>
            <a:r>
              <a:rPr sz="2800" spc="-45" dirty="0">
                <a:latin typeface="Arial"/>
                <a:cs typeface="Arial"/>
              </a:rPr>
              <a:t>upload </a:t>
            </a:r>
            <a:r>
              <a:rPr sz="2800" spc="-51" dirty="0">
                <a:latin typeface="Arial"/>
                <a:cs typeface="Arial"/>
              </a:rPr>
              <a:t>are </a:t>
            </a:r>
            <a:r>
              <a:rPr sz="2800" spc="-39" dirty="0">
                <a:latin typeface="Arial"/>
                <a:cs typeface="Arial"/>
              </a:rPr>
              <a:t>reviewed </a:t>
            </a:r>
            <a:r>
              <a:rPr sz="2800" spc="-62" dirty="0">
                <a:latin typeface="Arial"/>
                <a:cs typeface="Arial"/>
              </a:rPr>
              <a:t>by </a:t>
            </a:r>
            <a:r>
              <a:rPr sz="2800" spc="-48" dirty="0">
                <a:latin typeface="Arial"/>
                <a:cs typeface="Arial"/>
              </a:rPr>
              <a:t>researchers </a:t>
            </a:r>
            <a:r>
              <a:rPr sz="2800" spc="-8" dirty="0" smtClean="0">
                <a:latin typeface="Arial"/>
                <a:cs typeface="Arial"/>
              </a:rPr>
              <a:t>from</a:t>
            </a:r>
            <a:r>
              <a:rPr lang="en-US" sz="2800" spc="-8" dirty="0">
                <a:latin typeface="Arial"/>
                <a:cs typeface="Arial"/>
              </a:rPr>
              <a:t> </a:t>
            </a:r>
            <a:r>
              <a:rPr sz="2800" spc="-20" dirty="0" smtClean="0">
                <a:latin typeface="Arial"/>
                <a:cs typeface="Arial"/>
              </a:rPr>
              <a:t>the</a:t>
            </a:r>
            <a:r>
              <a:rPr lang="en-US" sz="2800" spc="-20" dirty="0" smtClean="0">
                <a:latin typeface="Arial"/>
                <a:cs typeface="Arial"/>
              </a:rPr>
              <a:t> </a:t>
            </a:r>
            <a:r>
              <a:rPr lang="en-US" sz="2800" spc="-25" dirty="0" smtClean="0">
                <a:latin typeface="Arial"/>
                <a:cs typeface="Arial"/>
              </a:rPr>
              <a:t>U.S</a:t>
            </a:r>
            <a:r>
              <a:rPr lang="en-US" sz="2800" spc="-25" dirty="0">
                <a:latin typeface="Arial"/>
                <a:cs typeface="Arial"/>
              </a:rPr>
              <a:t>. Army Corps of Engineers Coastal &amp; Hydraulics </a:t>
            </a:r>
            <a:r>
              <a:rPr lang="en-US" sz="2800" spc="-25" dirty="0" smtClean="0">
                <a:latin typeface="Arial"/>
                <a:cs typeface="Arial"/>
              </a:rPr>
              <a:t>Laboratory (Field Research Facility in Duck, NC)</a:t>
            </a:r>
            <a:r>
              <a:rPr sz="2800" spc="-71" dirty="0" smtClean="0">
                <a:latin typeface="Arial"/>
                <a:cs typeface="Arial"/>
              </a:rPr>
              <a:t>.</a:t>
            </a:r>
            <a:r>
              <a:rPr lang="en-US" sz="2800" spc="-71" dirty="0" smtClean="0">
                <a:latin typeface="Arial"/>
                <a:cs typeface="Arial"/>
              </a:rPr>
              <a:t> </a:t>
            </a:r>
            <a:r>
              <a:rPr sz="2800" spc="-71" dirty="0">
                <a:latin typeface="Arial"/>
                <a:cs typeface="Arial"/>
              </a:rPr>
              <a:t>You </a:t>
            </a:r>
            <a:r>
              <a:rPr sz="2800" spc="-79" dirty="0">
                <a:latin typeface="Arial"/>
                <a:cs typeface="Arial"/>
              </a:rPr>
              <a:t>can </a:t>
            </a:r>
            <a:r>
              <a:rPr sz="2800" spc="-37" dirty="0">
                <a:latin typeface="Arial"/>
                <a:cs typeface="Arial"/>
              </a:rPr>
              <a:t>view </a:t>
            </a:r>
            <a:r>
              <a:rPr sz="2800" spc="-28" dirty="0" smtClean="0">
                <a:latin typeface="Arial"/>
                <a:cs typeface="Arial"/>
              </a:rPr>
              <a:t>submitted</a:t>
            </a:r>
            <a:r>
              <a:rPr lang="en-US" sz="2800" spc="-28" dirty="0">
                <a:latin typeface="Arial"/>
                <a:cs typeface="Arial"/>
              </a:rPr>
              <a:t> </a:t>
            </a:r>
            <a:r>
              <a:rPr sz="2800" spc="-85" dirty="0" smtClean="0">
                <a:latin typeface="Arial"/>
                <a:cs typeface="Arial"/>
              </a:rPr>
              <a:t>images </a:t>
            </a:r>
            <a:r>
              <a:rPr sz="2800" spc="-25" dirty="0">
                <a:latin typeface="Arial"/>
                <a:cs typeface="Arial"/>
              </a:rPr>
              <a:t>on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lang="en-US" sz="2800" spc="-71" dirty="0" smtClean="0">
                <a:latin typeface="Arial"/>
                <a:cs typeface="Arial"/>
              </a:rPr>
              <a:t>(</a:t>
            </a:r>
            <a:r>
              <a:rPr lang="en-US" sz="2800" i="1" spc="-71" dirty="0" smtClean="0">
                <a:latin typeface="Arial"/>
                <a:cs typeface="Arial"/>
              </a:rPr>
              <a:t>insert website</a:t>
            </a:r>
            <a:r>
              <a:rPr lang="en-US" sz="2800" spc="-71" dirty="0" smtClean="0">
                <a:latin typeface="Arial"/>
                <a:cs typeface="Arial"/>
              </a:rPr>
              <a:t>)</a:t>
            </a:r>
            <a:r>
              <a:rPr sz="2800" spc="-85" dirty="0" smtClean="0">
                <a:latin typeface="Arial"/>
                <a:cs typeface="Arial"/>
              </a:rPr>
              <a:t>.</a:t>
            </a:r>
            <a:endParaRPr lang="en-US" sz="2800" spc="-85" dirty="0">
              <a:solidFill>
                <a:srgbClr val="000000"/>
              </a:solidFill>
              <a:latin typeface="Arial"/>
              <a:cs typeface="Arial"/>
            </a:endParaRPr>
          </a:p>
          <a:p>
            <a:pPr marL="6985" algn="ctr"/>
            <a:r>
              <a:rPr sz="2800" b="1" dirty="0">
                <a:solidFill>
                  <a:srgbClr val="45A2BC"/>
                </a:solidFill>
                <a:latin typeface="Arial"/>
                <a:cs typeface="Arial"/>
              </a:rPr>
              <a:t>How </a:t>
            </a:r>
            <a:r>
              <a:rPr sz="2800" b="1" spc="-92" dirty="0">
                <a:solidFill>
                  <a:srgbClr val="45A2BC"/>
                </a:solidFill>
                <a:latin typeface="Arial"/>
                <a:cs typeface="Arial"/>
              </a:rPr>
              <a:t>does </a:t>
            </a:r>
            <a:r>
              <a:rPr sz="2800" b="1" spc="42" dirty="0">
                <a:solidFill>
                  <a:srgbClr val="45A2BC"/>
                </a:solidFill>
                <a:latin typeface="Arial"/>
                <a:cs typeface="Arial"/>
              </a:rPr>
              <a:t>it</a:t>
            </a:r>
            <a:r>
              <a:rPr sz="2800" b="1" spc="90" dirty="0">
                <a:solidFill>
                  <a:srgbClr val="45A2BC"/>
                </a:solidFill>
                <a:latin typeface="Arial"/>
                <a:cs typeface="Arial"/>
              </a:rPr>
              <a:t> </a:t>
            </a:r>
            <a:r>
              <a:rPr sz="2800" b="1" spc="-62" dirty="0">
                <a:solidFill>
                  <a:srgbClr val="45A2BC"/>
                </a:solidFill>
                <a:latin typeface="Arial"/>
                <a:cs typeface="Arial"/>
              </a:rPr>
              <a:t>work?</a:t>
            </a:r>
            <a:endParaRPr sz="2800" b="1" dirty="0">
              <a:latin typeface="Arial"/>
              <a:cs typeface="Arial"/>
            </a:endParaRPr>
          </a:p>
          <a:p>
            <a:pPr marL="6985" marR="62230" algn="ctr"/>
            <a:r>
              <a:rPr sz="2800" spc="-87" dirty="0">
                <a:latin typeface="Arial"/>
                <a:cs typeface="Arial"/>
              </a:rPr>
              <a:t>Images </a:t>
            </a:r>
            <a:r>
              <a:rPr sz="2800" spc="-51" dirty="0">
                <a:latin typeface="Arial"/>
                <a:cs typeface="Arial"/>
              </a:rPr>
              <a:t>are </a:t>
            </a:r>
            <a:r>
              <a:rPr sz="2800" spc="-76" dirty="0" smtClean="0">
                <a:latin typeface="Arial"/>
                <a:cs typeface="Arial"/>
              </a:rPr>
              <a:t>analy</a:t>
            </a:r>
            <a:r>
              <a:rPr lang="en-US" sz="2800" spc="-76" dirty="0" smtClean="0">
                <a:latin typeface="Arial"/>
                <a:cs typeface="Arial"/>
              </a:rPr>
              <a:t>z</a:t>
            </a:r>
            <a:r>
              <a:rPr sz="2800" spc="-76" dirty="0" smtClean="0">
                <a:latin typeface="Arial"/>
                <a:cs typeface="Arial"/>
              </a:rPr>
              <a:t>ed </a:t>
            </a:r>
            <a:r>
              <a:rPr sz="2800" spc="-71" dirty="0">
                <a:latin typeface="Arial"/>
                <a:cs typeface="Arial"/>
              </a:rPr>
              <a:t>using </a:t>
            </a:r>
            <a:r>
              <a:rPr sz="2800" spc="-39" dirty="0">
                <a:latin typeface="Arial"/>
                <a:cs typeface="Arial"/>
              </a:rPr>
              <a:t>markers </a:t>
            </a:r>
            <a:r>
              <a:rPr sz="2800" spc="-62" dirty="0">
                <a:latin typeface="Arial"/>
                <a:cs typeface="Arial"/>
              </a:rPr>
              <a:t>along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sz="2800" spc="-73" dirty="0">
                <a:latin typeface="Arial"/>
                <a:cs typeface="Arial"/>
              </a:rPr>
              <a:t>beach </a:t>
            </a:r>
            <a:r>
              <a:rPr sz="2800" spc="34" dirty="0">
                <a:latin typeface="Arial"/>
                <a:cs typeface="Arial"/>
              </a:rPr>
              <a:t>to</a:t>
            </a:r>
            <a:r>
              <a:rPr lang="en-US" sz="2800" spc="34" dirty="0">
                <a:latin typeface="Arial"/>
                <a:cs typeface="Arial"/>
              </a:rPr>
              <a:t> </a:t>
            </a:r>
            <a:r>
              <a:rPr sz="2800" spc="-45" dirty="0">
                <a:latin typeface="Arial"/>
                <a:cs typeface="Arial"/>
              </a:rPr>
              <a:t>precisely </a:t>
            </a:r>
            <a:r>
              <a:rPr sz="2800" spc="-65" dirty="0">
                <a:latin typeface="Arial"/>
                <a:cs typeface="Arial"/>
              </a:rPr>
              <a:t>measure </a:t>
            </a:r>
            <a:r>
              <a:rPr sz="2800" spc="-34" dirty="0">
                <a:latin typeface="Arial"/>
                <a:cs typeface="Arial"/>
              </a:rPr>
              <a:t>shoreline </a:t>
            </a:r>
            <a:r>
              <a:rPr sz="2800" spc="-23" dirty="0">
                <a:latin typeface="Arial"/>
                <a:cs typeface="Arial"/>
              </a:rPr>
              <a:t>location </a:t>
            </a:r>
            <a:r>
              <a:rPr sz="2800" spc="-25" dirty="0">
                <a:latin typeface="Arial"/>
                <a:cs typeface="Arial"/>
              </a:rPr>
              <a:t>on </a:t>
            </a:r>
            <a:r>
              <a:rPr sz="2800" spc="-87" dirty="0">
                <a:latin typeface="Arial"/>
                <a:cs typeface="Arial"/>
              </a:rPr>
              <a:t>any </a:t>
            </a:r>
            <a:r>
              <a:rPr sz="2800" spc="-68" dirty="0">
                <a:latin typeface="Arial"/>
                <a:cs typeface="Arial"/>
              </a:rPr>
              <a:t>given</a:t>
            </a:r>
            <a:r>
              <a:rPr sz="2800" spc="-121" dirty="0">
                <a:latin typeface="Arial"/>
                <a:cs typeface="Arial"/>
              </a:rPr>
              <a:t> </a:t>
            </a:r>
            <a:r>
              <a:rPr sz="2800" spc="-104" dirty="0">
                <a:latin typeface="Arial"/>
                <a:cs typeface="Arial"/>
              </a:rPr>
              <a:t>day.</a:t>
            </a:r>
            <a:r>
              <a:rPr lang="en-US" sz="2800" spc="-104" dirty="0">
                <a:latin typeface="Arial"/>
                <a:cs typeface="Arial"/>
              </a:rPr>
              <a:t> </a:t>
            </a:r>
            <a:r>
              <a:rPr sz="2800" spc="-62" dirty="0">
                <a:latin typeface="Arial"/>
                <a:cs typeface="Arial"/>
              </a:rPr>
              <a:t>These </a:t>
            </a:r>
            <a:r>
              <a:rPr sz="2800" spc="-25" dirty="0">
                <a:latin typeface="Arial"/>
                <a:cs typeface="Arial"/>
              </a:rPr>
              <a:t>photos </a:t>
            </a:r>
            <a:r>
              <a:rPr sz="2800" spc="-79" dirty="0">
                <a:latin typeface="Arial"/>
                <a:cs typeface="Arial"/>
              </a:rPr>
              <a:t>can </a:t>
            </a:r>
            <a:r>
              <a:rPr sz="2800" spc="-62" dirty="0">
                <a:latin typeface="Arial"/>
                <a:cs typeface="Arial"/>
              </a:rPr>
              <a:t>be </a:t>
            </a:r>
            <a:r>
              <a:rPr sz="2800" spc="-34" dirty="0">
                <a:latin typeface="Arial"/>
                <a:cs typeface="Arial"/>
              </a:rPr>
              <a:t>compiled </a:t>
            </a:r>
            <a:r>
              <a:rPr sz="2800" spc="34" dirty="0">
                <a:latin typeface="Arial"/>
                <a:cs typeface="Arial"/>
              </a:rPr>
              <a:t>to </a:t>
            </a:r>
            <a:r>
              <a:rPr sz="2800" spc="-34" dirty="0">
                <a:latin typeface="Arial"/>
                <a:cs typeface="Arial"/>
              </a:rPr>
              <a:t>produce </a:t>
            </a:r>
            <a:r>
              <a:rPr sz="2800" spc="-45" dirty="0">
                <a:latin typeface="Arial"/>
                <a:cs typeface="Arial"/>
              </a:rPr>
              <a:t>time-lapse</a:t>
            </a:r>
            <a:r>
              <a:rPr lang="en-US" sz="2800" spc="-45" dirty="0">
                <a:latin typeface="Arial"/>
                <a:cs typeface="Arial"/>
              </a:rPr>
              <a:t> </a:t>
            </a:r>
            <a:r>
              <a:rPr sz="2800" spc="-48" dirty="0" smtClean="0">
                <a:latin typeface="Arial"/>
                <a:cs typeface="Arial"/>
              </a:rPr>
              <a:t>videos </a:t>
            </a:r>
            <a:r>
              <a:rPr sz="2800" spc="-14" dirty="0">
                <a:latin typeface="Arial"/>
                <a:cs typeface="Arial"/>
              </a:rPr>
              <a:t>that </a:t>
            </a:r>
            <a:r>
              <a:rPr sz="2800" spc="-39" dirty="0">
                <a:latin typeface="Arial"/>
                <a:cs typeface="Arial"/>
              </a:rPr>
              <a:t>capture </a:t>
            </a:r>
            <a:r>
              <a:rPr sz="2800" spc="-34" dirty="0">
                <a:latin typeface="Arial"/>
                <a:cs typeface="Arial"/>
              </a:rPr>
              <a:t>shoreline </a:t>
            </a:r>
            <a:r>
              <a:rPr sz="2800" spc="-20" dirty="0">
                <a:latin typeface="Arial"/>
                <a:cs typeface="Arial"/>
              </a:rPr>
              <a:t>position </a:t>
            </a:r>
            <a:r>
              <a:rPr sz="2800" spc="-73" dirty="0">
                <a:latin typeface="Arial"/>
                <a:cs typeface="Arial"/>
              </a:rPr>
              <a:t>and beach </a:t>
            </a:r>
            <a:r>
              <a:rPr sz="2800" spc="-8" dirty="0" smtClean="0">
                <a:latin typeface="Arial"/>
                <a:cs typeface="Arial"/>
              </a:rPr>
              <a:t>width</a:t>
            </a:r>
            <a:r>
              <a:rPr lang="en-US" sz="2800" spc="-8" dirty="0">
                <a:latin typeface="Arial"/>
                <a:cs typeface="Arial"/>
              </a:rPr>
              <a:t> </a:t>
            </a:r>
            <a:r>
              <a:rPr sz="2800" spc="-121" dirty="0" smtClean="0">
                <a:latin typeface="Arial"/>
                <a:cs typeface="Arial"/>
              </a:rPr>
              <a:t>as</a:t>
            </a:r>
            <a:r>
              <a:rPr lang="en-US" sz="2800" spc="-121" dirty="0">
                <a:latin typeface="Arial"/>
                <a:cs typeface="Arial"/>
              </a:rPr>
              <a:t> </a:t>
            </a:r>
            <a:r>
              <a:rPr sz="2800" spc="28" dirty="0" smtClean="0">
                <a:latin typeface="Arial"/>
                <a:cs typeface="Arial"/>
              </a:rPr>
              <a:t>it</a:t>
            </a:r>
            <a:r>
              <a:rPr lang="en-US" sz="2800" spc="28" dirty="0" smtClean="0">
                <a:latin typeface="Arial"/>
                <a:cs typeface="Arial"/>
              </a:rPr>
              <a:t> </a:t>
            </a:r>
            <a:r>
              <a:rPr sz="2800" spc="-62" dirty="0" smtClean="0">
                <a:latin typeface="Arial"/>
                <a:cs typeface="Arial"/>
              </a:rPr>
              <a:t>evolves </a:t>
            </a:r>
            <a:r>
              <a:rPr sz="2800" spc="-25" dirty="0">
                <a:latin typeface="Arial"/>
                <a:cs typeface="Arial"/>
              </a:rPr>
              <a:t>through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time.</a:t>
            </a:r>
            <a:endParaRPr lang="en-US" sz="2800" spc="-23" dirty="0">
              <a:solidFill>
                <a:srgbClr val="45A2BC"/>
              </a:solidFill>
              <a:latin typeface="Arial"/>
              <a:cs typeface="Arial"/>
            </a:endParaRPr>
          </a:p>
          <a:p>
            <a:pPr marL="6985" algn="ctr"/>
            <a:r>
              <a:rPr sz="2800" b="1" spc="-23" dirty="0">
                <a:solidFill>
                  <a:srgbClr val="45A2BC"/>
                </a:solidFill>
                <a:latin typeface="Arial"/>
                <a:cs typeface="Arial"/>
              </a:rPr>
              <a:t>Why </a:t>
            </a:r>
            <a:r>
              <a:rPr lang="en-US" sz="2800" b="1" spc="-85" dirty="0" smtClean="0">
                <a:solidFill>
                  <a:srgbClr val="45A2BC"/>
                </a:solidFill>
                <a:latin typeface="Arial"/>
                <a:cs typeface="Arial"/>
              </a:rPr>
              <a:t>(</a:t>
            </a:r>
            <a:r>
              <a:rPr lang="en-US" sz="2800" b="1" i="1" spc="-85" dirty="0" smtClean="0">
                <a:solidFill>
                  <a:srgbClr val="45A2BC"/>
                </a:solidFill>
                <a:latin typeface="Arial"/>
                <a:cs typeface="Arial"/>
              </a:rPr>
              <a:t>insert beach</a:t>
            </a:r>
            <a:r>
              <a:rPr lang="en-US" sz="2800" b="1" spc="-85" dirty="0" smtClean="0">
                <a:solidFill>
                  <a:srgbClr val="45A2BC"/>
                </a:solidFill>
                <a:latin typeface="Arial"/>
                <a:cs typeface="Arial"/>
              </a:rPr>
              <a:t>)</a:t>
            </a:r>
            <a:r>
              <a:rPr sz="2800" b="1" spc="-166" dirty="0" smtClean="0">
                <a:solidFill>
                  <a:srgbClr val="45A2BC"/>
                </a:solidFill>
                <a:latin typeface="Arial"/>
                <a:cs typeface="Arial"/>
              </a:rPr>
              <a:t>?</a:t>
            </a:r>
            <a:endParaRPr sz="2800" b="1" dirty="0">
              <a:latin typeface="Arial"/>
              <a:cs typeface="Arial"/>
            </a:endParaRPr>
          </a:p>
          <a:p>
            <a:pPr marL="6985" marR="140335" algn="ctr"/>
            <a:r>
              <a:rPr sz="2800" spc="-42" dirty="0">
                <a:latin typeface="Arial"/>
                <a:cs typeface="Arial"/>
              </a:rPr>
              <a:t>The </a:t>
            </a:r>
            <a:r>
              <a:rPr sz="2800" spc="-79" dirty="0">
                <a:latin typeface="Arial"/>
                <a:cs typeface="Arial"/>
              </a:rPr>
              <a:t>shape, </a:t>
            </a:r>
            <a:r>
              <a:rPr sz="2800" spc="-23" dirty="0">
                <a:latin typeface="Arial"/>
                <a:cs typeface="Arial"/>
              </a:rPr>
              <a:t>location </a:t>
            </a:r>
            <a:r>
              <a:rPr sz="2800" spc="-73" dirty="0">
                <a:latin typeface="Arial"/>
                <a:cs typeface="Arial"/>
              </a:rPr>
              <a:t>and </a:t>
            </a:r>
            <a:r>
              <a:rPr sz="2800" spc="-34" dirty="0">
                <a:latin typeface="Arial"/>
                <a:cs typeface="Arial"/>
              </a:rPr>
              <a:t>nature </a:t>
            </a:r>
            <a:r>
              <a:rPr sz="2800" spc="-11" dirty="0">
                <a:latin typeface="Arial"/>
                <a:cs typeface="Arial"/>
              </a:rPr>
              <a:t>of </a:t>
            </a:r>
            <a:r>
              <a:rPr lang="en-US" sz="2800" spc="-53" dirty="0" smtClean="0">
                <a:latin typeface="Arial"/>
                <a:cs typeface="Arial"/>
              </a:rPr>
              <a:t>(</a:t>
            </a:r>
            <a:r>
              <a:rPr lang="en-US" sz="2800" i="1" spc="-53" dirty="0" smtClean="0">
                <a:latin typeface="Arial"/>
                <a:cs typeface="Arial"/>
              </a:rPr>
              <a:t>insert beach</a:t>
            </a:r>
            <a:r>
              <a:rPr lang="en-US" sz="2800" spc="-53" dirty="0" smtClean="0">
                <a:latin typeface="Arial"/>
                <a:cs typeface="Arial"/>
              </a:rPr>
              <a:t>) </a:t>
            </a:r>
            <a:r>
              <a:rPr sz="2800" spc="-85" dirty="0" smtClean="0">
                <a:latin typeface="Arial"/>
                <a:cs typeface="Arial"/>
              </a:rPr>
              <a:t>makes </a:t>
            </a:r>
            <a:r>
              <a:rPr sz="2800" spc="28" dirty="0">
                <a:latin typeface="Arial"/>
                <a:cs typeface="Arial"/>
              </a:rPr>
              <a:t>it </a:t>
            </a:r>
            <a:r>
              <a:rPr sz="2800" spc="-48" dirty="0">
                <a:latin typeface="Arial"/>
                <a:cs typeface="Arial"/>
              </a:rPr>
              <a:t>susceptible </a:t>
            </a:r>
            <a:r>
              <a:rPr sz="2800" spc="34" dirty="0">
                <a:latin typeface="Arial"/>
                <a:cs typeface="Arial"/>
              </a:rPr>
              <a:t>to </a:t>
            </a:r>
            <a:r>
              <a:rPr sz="2800" spc="-39" dirty="0">
                <a:latin typeface="Arial"/>
                <a:cs typeface="Arial"/>
              </a:rPr>
              <a:t>shifting </a:t>
            </a:r>
            <a:r>
              <a:rPr sz="2800" spc="-90" dirty="0">
                <a:latin typeface="Arial"/>
                <a:cs typeface="Arial"/>
              </a:rPr>
              <a:t>sands </a:t>
            </a:r>
            <a:r>
              <a:rPr sz="2800" spc="-73" dirty="0">
                <a:latin typeface="Arial"/>
                <a:cs typeface="Arial"/>
              </a:rPr>
              <a:t>and </a:t>
            </a:r>
            <a:r>
              <a:rPr sz="2800" spc="-37" dirty="0" smtClean="0">
                <a:latin typeface="Arial"/>
                <a:cs typeface="Arial"/>
              </a:rPr>
              <a:t>shoreline</a:t>
            </a:r>
            <a:r>
              <a:rPr lang="en-US" sz="2800" spc="-37" dirty="0" smtClean="0">
                <a:latin typeface="Arial"/>
                <a:cs typeface="Arial"/>
              </a:rPr>
              <a:t> </a:t>
            </a:r>
            <a:r>
              <a:rPr sz="2800" spc="-85" dirty="0" smtClean="0">
                <a:latin typeface="Arial"/>
                <a:cs typeface="Arial"/>
              </a:rPr>
              <a:t>changes</a:t>
            </a:r>
            <a:r>
              <a:rPr sz="2800" spc="-85" dirty="0">
                <a:latin typeface="Arial"/>
                <a:cs typeface="Arial"/>
              </a:rPr>
              <a:t>. </a:t>
            </a:r>
            <a:r>
              <a:rPr sz="2800" spc="-71" dirty="0">
                <a:latin typeface="Arial"/>
                <a:cs typeface="Arial"/>
              </a:rPr>
              <a:t>CoastSnap </a:t>
            </a:r>
            <a:r>
              <a:rPr sz="2800" dirty="0">
                <a:latin typeface="Arial"/>
                <a:cs typeface="Arial"/>
              </a:rPr>
              <a:t>will </a:t>
            </a:r>
            <a:r>
              <a:rPr sz="2800" spc="-45" dirty="0">
                <a:latin typeface="Arial"/>
                <a:cs typeface="Arial"/>
              </a:rPr>
              <a:t>help</a:t>
            </a:r>
            <a:r>
              <a:rPr sz="2800" spc="-16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us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better </a:t>
            </a:r>
            <a:r>
              <a:rPr sz="2800" spc="-42" dirty="0">
                <a:latin typeface="Arial"/>
                <a:cs typeface="Arial"/>
              </a:rPr>
              <a:t>understand </a:t>
            </a:r>
            <a:r>
              <a:rPr sz="2800" spc="-51" dirty="0">
                <a:latin typeface="Arial"/>
                <a:cs typeface="Arial"/>
              </a:rPr>
              <a:t>these </a:t>
            </a:r>
            <a:r>
              <a:rPr sz="2800" spc="-62" dirty="0" smtClean="0">
                <a:latin typeface="Arial"/>
                <a:cs typeface="Arial"/>
              </a:rPr>
              <a:t>processes</a:t>
            </a:r>
            <a:r>
              <a:rPr lang="en-US" sz="2800" spc="-62" dirty="0" smtClean="0">
                <a:latin typeface="Arial"/>
                <a:cs typeface="Arial"/>
              </a:rPr>
              <a:t> </a:t>
            </a:r>
            <a:r>
              <a:rPr sz="2800" spc="-73" dirty="0" smtClean="0">
                <a:latin typeface="Arial"/>
                <a:cs typeface="Arial"/>
              </a:rPr>
              <a:t>and</a:t>
            </a:r>
            <a:r>
              <a:rPr lang="en-US" sz="2800" spc="-73" dirty="0" smtClean="0">
                <a:latin typeface="Arial"/>
                <a:cs typeface="Arial"/>
              </a:rPr>
              <a:t> </a:t>
            </a:r>
            <a:r>
              <a:rPr sz="2800" spc="-17" dirty="0" smtClean="0">
                <a:latin typeface="Arial"/>
                <a:cs typeface="Arial"/>
              </a:rPr>
              <a:t>contributing</a:t>
            </a:r>
            <a:r>
              <a:rPr sz="2800" spc="-140" dirty="0" smtClean="0">
                <a:latin typeface="Arial"/>
                <a:cs typeface="Arial"/>
              </a:rPr>
              <a:t> </a:t>
            </a:r>
            <a:r>
              <a:rPr sz="2800" spc="-31" dirty="0">
                <a:latin typeface="Arial"/>
                <a:cs typeface="Arial"/>
              </a:rPr>
              <a:t>factors.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F0F9E3-1CAD-4751-A0B6-A86E044E3EC8}"/>
              </a:ext>
            </a:extLst>
          </p:cNvPr>
          <p:cNvGrpSpPr/>
          <p:nvPr/>
        </p:nvGrpSpPr>
        <p:grpSpPr>
          <a:xfrm>
            <a:off x="21243189" y="3655594"/>
            <a:ext cx="12617320" cy="8491597"/>
            <a:chOff x="21133461" y="3193408"/>
            <a:chExt cx="12617320" cy="8491597"/>
          </a:xfrm>
        </p:grpSpPr>
        <p:sp>
          <p:nvSpPr>
            <p:cNvPr id="55" name="Rounded Rectangle 19">
              <a:extLst>
                <a:ext uri="{FF2B5EF4-FFF2-40B4-BE49-F238E27FC236}">
                  <a16:creationId xmlns:a16="http://schemas.microsoft.com/office/drawing/2014/main" id="{419596E8-03B8-4C0D-953E-63162FD894D2}"/>
                </a:ext>
              </a:extLst>
            </p:cNvPr>
            <p:cNvSpPr/>
            <p:nvPr/>
          </p:nvSpPr>
          <p:spPr>
            <a:xfrm>
              <a:off x="21866091" y="3193408"/>
              <a:ext cx="10607055" cy="799752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22614040" y="3534875"/>
              <a:ext cx="1271974" cy="125047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010756" y="3652278"/>
              <a:ext cx="4846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31250B5-156B-4164-AB6B-5BD85E8121A5}"/>
                </a:ext>
              </a:extLst>
            </p:cNvPr>
            <p:cNvSpPr txBox="1"/>
            <p:nvPr/>
          </p:nvSpPr>
          <p:spPr>
            <a:xfrm>
              <a:off x="24169274" y="3552791"/>
              <a:ext cx="8315253" cy="255454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4000" b="1" dirty="0"/>
                <a:t>We track the change in the shoreline</a:t>
              </a:r>
            </a:p>
            <a:p>
              <a:r>
                <a:rPr lang="en-US" sz="4000" b="1" dirty="0"/>
                <a:t>o</a:t>
              </a:r>
              <a:r>
                <a:rPr lang="en-US" sz="4000" b="1" dirty="0" smtClean="0"/>
                <a:t>ver time </a:t>
              </a:r>
              <a:r>
                <a:rPr lang="en-US" sz="4000" b="1" dirty="0"/>
                <a:t>using the public’s photos!</a:t>
              </a:r>
              <a:endParaRPr lang="en-US" sz="4000" b="1" dirty="0">
                <a:cs typeface="Calibri"/>
              </a:endParaRPr>
            </a:p>
            <a:p>
              <a:endParaRPr lang="en-US" sz="4000" b="1" dirty="0">
                <a:cs typeface="Calibri"/>
              </a:endParaRPr>
            </a:p>
            <a:p>
              <a:endParaRPr lang="en-US" sz="4000" b="1" dirty="0">
                <a:solidFill>
                  <a:schemeClr val="accent6"/>
                </a:solidFill>
                <a:cs typeface="Calibri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622A02C-5AE2-4A82-B6BD-EFA6D837203A}"/>
                </a:ext>
              </a:extLst>
            </p:cNvPr>
            <p:cNvSpPr txBox="1"/>
            <p:nvPr/>
          </p:nvSpPr>
          <p:spPr>
            <a:xfrm>
              <a:off x="21133461" y="8822683"/>
              <a:ext cx="12617320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/>
                <a:t>Share</a:t>
              </a:r>
              <a:r>
                <a:rPr lang="en-US" sz="3600" b="1" dirty="0">
                  <a:cs typeface="Calibri"/>
                </a:rPr>
                <a:t> on social media using </a:t>
              </a:r>
              <a:r>
                <a:rPr lang="en-US" sz="3600" b="1" dirty="0">
                  <a:solidFill>
                    <a:schemeClr val="accent6"/>
                  </a:solidFill>
                  <a:cs typeface="Calibri"/>
                </a:rPr>
                <a:t>#</a:t>
              </a:r>
              <a:r>
                <a:rPr lang="en-US" sz="3600" b="1" dirty="0" err="1" smtClean="0">
                  <a:solidFill>
                    <a:schemeClr val="accent6"/>
                  </a:solidFill>
                  <a:cs typeface="Calibri"/>
                </a:rPr>
                <a:t>CoastSnapXX</a:t>
              </a:r>
              <a:endParaRPr lang="en-US" sz="3600" b="1" dirty="0">
                <a:solidFill>
                  <a:schemeClr val="accent6"/>
                </a:solidFill>
                <a:cs typeface="Calibri"/>
              </a:endParaRPr>
            </a:p>
            <a:p>
              <a:pPr algn="ctr"/>
              <a:r>
                <a:rPr lang="en-US" sz="3600" b="1" dirty="0" smtClean="0">
                  <a:cs typeface="Calibri"/>
                </a:rPr>
                <a:t>Or </a:t>
              </a:r>
            </a:p>
            <a:p>
              <a:pPr algn="ctr"/>
              <a:r>
                <a:rPr lang="en-US" sz="3600" b="1" dirty="0" smtClean="0"/>
                <a:t>Stay </a:t>
              </a:r>
              <a:r>
                <a:rPr lang="en-US" sz="3600" b="1" dirty="0"/>
                <a:t>engaged </a:t>
              </a:r>
              <a:r>
                <a:rPr lang="en-US" sz="3600" b="1" dirty="0" smtClean="0"/>
                <a:t>at: </a:t>
              </a:r>
              <a:r>
                <a:rPr lang="en-US" sz="3600" b="1" i="1" dirty="0" smtClean="0"/>
                <a:t>insert website</a:t>
              </a:r>
            </a:p>
            <a:p>
              <a:pPr algn="ctr"/>
              <a:r>
                <a:rPr lang="en-US" sz="3600" b="1" dirty="0" smtClean="0"/>
                <a:t> or </a:t>
              </a:r>
              <a:r>
                <a:rPr lang="en-US" sz="3600" b="1" dirty="0" smtClean="0"/>
                <a:t>CoastSnap App</a:t>
              </a:r>
              <a:endParaRPr lang="en-US" sz="3600" b="1" dirty="0">
                <a:cs typeface="Calibri"/>
              </a:endParaRPr>
            </a:p>
            <a:p>
              <a:pPr algn="ctr"/>
              <a:endParaRPr lang="en-US" sz="3600" b="1" dirty="0">
                <a:cs typeface="Calibri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92B3AA-A21B-4CB5-B990-A16C3660ED9F}"/>
              </a:ext>
            </a:extLst>
          </p:cNvPr>
          <p:cNvGrpSpPr/>
          <p:nvPr/>
        </p:nvGrpSpPr>
        <p:grpSpPr>
          <a:xfrm>
            <a:off x="11118843" y="3734842"/>
            <a:ext cx="10607055" cy="7997529"/>
            <a:chOff x="10972539" y="3272656"/>
            <a:chExt cx="10607055" cy="7997529"/>
          </a:xfrm>
        </p:grpSpPr>
        <p:sp>
          <p:nvSpPr>
            <p:cNvPr id="69" name="Rounded Rectangle 19">
              <a:extLst>
                <a:ext uri="{FF2B5EF4-FFF2-40B4-BE49-F238E27FC236}">
                  <a16:creationId xmlns:a16="http://schemas.microsoft.com/office/drawing/2014/main" id="{BA1E3355-698D-41D3-95B2-B3BE5A97F6F3}"/>
                </a:ext>
              </a:extLst>
            </p:cNvPr>
            <p:cNvSpPr/>
            <p:nvPr/>
          </p:nvSpPr>
          <p:spPr>
            <a:xfrm>
              <a:off x="10972539" y="3272656"/>
              <a:ext cx="10607055" cy="799752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E8D69E3-2380-42AC-92F4-3E0C79DFDB1E}"/>
                </a:ext>
              </a:extLst>
            </p:cNvPr>
            <p:cNvSpPr/>
            <p:nvPr/>
          </p:nvSpPr>
          <p:spPr>
            <a:xfrm>
              <a:off x="11501032" y="3614123"/>
              <a:ext cx="1271974" cy="125047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DFFF381-3CFD-4F7D-95BF-C559DAD8A8CD}"/>
                </a:ext>
              </a:extLst>
            </p:cNvPr>
            <p:cNvSpPr txBox="1"/>
            <p:nvPr/>
          </p:nvSpPr>
          <p:spPr>
            <a:xfrm>
              <a:off x="11843722" y="3652278"/>
              <a:ext cx="4846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2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2988744" y="3983265"/>
            <a:ext cx="8737153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b="1" dirty="0"/>
              <a:t>Place your phone on the metal mount, snap your photo and submit!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EEA94C-5D3C-4804-AD17-C0BF8CEB1C7F}"/>
              </a:ext>
            </a:extLst>
          </p:cNvPr>
          <p:cNvGrpSpPr/>
          <p:nvPr/>
        </p:nvGrpSpPr>
        <p:grpSpPr>
          <a:xfrm>
            <a:off x="247294" y="3704572"/>
            <a:ext cx="10607055" cy="7997529"/>
            <a:chOff x="247294" y="3461842"/>
            <a:chExt cx="10607055" cy="7997529"/>
          </a:xfrm>
        </p:grpSpPr>
        <p:sp>
          <p:nvSpPr>
            <p:cNvPr id="72" name="Rounded Rectangle 19">
              <a:extLst>
                <a:ext uri="{FF2B5EF4-FFF2-40B4-BE49-F238E27FC236}">
                  <a16:creationId xmlns:a16="http://schemas.microsoft.com/office/drawing/2014/main" id="{F59D8EFA-554C-4076-8EA7-EAD1F8B53ABE}"/>
                </a:ext>
              </a:extLst>
            </p:cNvPr>
            <p:cNvSpPr/>
            <p:nvPr/>
          </p:nvSpPr>
          <p:spPr>
            <a:xfrm>
              <a:off x="247294" y="3461842"/>
              <a:ext cx="10607055" cy="799752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4B6BAD9-F362-4441-AC1E-2495D329B3B5}"/>
                </a:ext>
              </a:extLst>
            </p:cNvPr>
            <p:cNvSpPr/>
            <p:nvPr/>
          </p:nvSpPr>
          <p:spPr>
            <a:xfrm>
              <a:off x="739211" y="3803309"/>
              <a:ext cx="1271974" cy="125047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F263C07-1F78-4B75-8AD2-B42951B8A2DD}"/>
                </a:ext>
              </a:extLst>
            </p:cNvPr>
            <p:cNvSpPr txBox="1"/>
            <p:nvPr/>
          </p:nvSpPr>
          <p:spPr>
            <a:xfrm>
              <a:off x="1081901" y="3841464"/>
              <a:ext cx="4846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34972" y="3695660"/>
              <a:ext cx="7079967" cy="415498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6000" b="1" dirty="0"/>
                <a:t>We need your  photo!</a:t>
              </a:r>
              <a:endParaRPr lang="en-US" dirty="0">
                <a:cs typeface="Calibri"/>
              </a:endParaRPr>
            </a:p>
            <a:p>
              <a:endParaRPr lang="en-US" sz="2400" b="1" dirty="0">
                <a:cs typeface="Calibri"/>
              </a:endParaRPr>
            </a:p>
            <a:p>
              <a:r>
                <a:rPr lang="en-US" sz="6000" b="1" dirty="0">
                  <a:cs typeface="Calibri"/>
                </a:rPr>
                <a:t>To start, open your camera and scan this:</a:t>
              </a:r>
            </a:p>
          </p:txBody>
        </p:sp>
        <p:pic>
          <p:nvPicPr>
            <p:cNvPr id="25" name="Graphic 24" descr="Right pointing backhand index with solid fill">
              <a:extLst>
                <a:ext uri="{FF2B5EF4-FFF2-40B4-BE49-F238E27FC236}">
                  <a16:creationId xmlns:a16="http://schemas.microsoft.com/office/drawing/2014/main" id="{937B4C12-86B6-49FB-9CA5-A9DE7CC35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7041555" y="3469398"/>
              <a:ext cx="2670100" cy="2670100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468" y="5753962"/>
            <a:ext cx="4907652" cy="51628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4817695" y="5455860"/>
            <a:ext cx="5133956" cy="3850467"/>
          </a:xfrm>
          <a:prstGeom prst="rect">
            <a:avLst/>
          </a:prstGeom>
        </p:spPr>
      </p:pic>
      <p:sp>
        <p:nvSpPr>
          <p:cNvPr id="17" name="Freeform 16"/>
          <p:cNvSpPr/>
          <p:nvPr/>
        </p:nvSpPr>
        <p:spPr>
          <a:xfrm>
            <a:off x="26378321" y="6911673"/>
            <a:ext cx="854122" cy="2373807"/>
          </a:xfrm>
          <a:custGeom>
            <a:avLst/>
            <a:gdLst>
              <a:gd name="connsiteX0" fmla="*/ 0 w 854122"/>
              <a:gd name="connsiteY0" fmla="*/ 2373807 h 2373807"/>
              <a:gd name="connsiteX1" fmla="*/ 6055 w 854122"/>
              <a:gd name="connsiteY1" fmla="*/ 2289028 h 2373807"/>
              <a:gd name="connsiteX2" fmla="*/ 12111 w 854122"/>
              <a:gd name="connsiteY2" fmla="*/ 2264806 h 2373807"/>
              <a:gd name="connsiteX3" fmla="*/ 24222 w 854122"/>
              <a:gd name="connsiteY3" fmla="*/ 2216361 h 2373807"/>
              <a:gd name="connsiteX4" fmla="*/ 42389 w 854122"/>
              <a:gd name="connsiteY4" fmla="*/ 2137637 h 2373807"/>
              <a:gd name="connsiteX5" fmla="*/ 54500 w 854122"/>
              <a:gd name="connsiteY5" fmla="*/ 2119470 h 2373807"/>
              <a:gd name="connsiteX6" fmla="*/ 72667 w 854122"/>
              <a:gd name="connsiteY6" fmla="*/ 2089192 h 2373807"/>
              <a:gd name="connsiteX7" fmla="*/ 78723 w 854122"/>
              <a:gd name="connsiteY7" fmla="*/ 2052859 h 2373807"/>
              <a:gd name="connsiteX8" fmla="*/ 96890 w 854122"/>
              <a:gd name="connsiteY8" fmla="*/ 1998358 h 2373807"/>
              <a:gd name="connsiteX9" fmla="*/ 102945 w 854122"/>
              <a:gd name="connsiteY9" fmla="*/ 1980191 h 2373807"/>
              <a:gd name="connsiteX10" fmla="*/ 109001 w 854122"/>
              <a:gd name="connsiteY10" fmla="*/ 1962024 h 2373807"/>
              <a:gd name="connsiteX11" fmla="*/ 121112 w 854122"/>
              <a:gd name="connsiteY11" fmla="*/ 1907523 h 2373807"/>
              <a:gd name="connsiteX12" fmla="*/ 133223 w 854122"/>
              <a:gd name="connsiteY12" fmla="*/ 1889357 h 2373807"/>
              <a:gd name="connsiteX13" fmla="*/ 151390 w 854122"/>
              <a:gd name="connsiteY13" fmla="*/ 1816689 h 2373807"/>
              <a:gd name="connsiteX14" fmla="*/ 163502 w 854122"/>
              <a:gd name="connsiteY14" fmla="*/ 1804578 h 2373807"/>
              <a:gd name="connsiteX15" fmla="*/ 193780 w 854122"/>
              <a:gd name="connsiteY15" fmla="*/ 1713743 h 2373807"/>
              <a:gd name="connsiteX16" fmla="*/ 205891 w 854122"/>
              <a:gd name="connsiteY16" fmla="*/ 1677410 h 2373807"/>
              <a:gd name="connsiteX17" fmla="*/ 218002 w 854122"/>
              <a:gd name="connsiteY17" fmla="*/ 1659243 h 2373807"/>
              <a:gd name="connsiteX18" fmla="*/ 224058 w 854122"/>
              <a:gd name="connsiteY18" fmla="*/ 1641076 h 2373807"/>
              <a:gd name="connsiteX19" fmla="*/ 254336 w 854122"/>
              <a:gd name="connsiteY19" fmla="*/ 1610798 h 2373807"/>
              <a:gd name="connsiteX20" fmla="*/ 284614 w 854122"/>
              <a:gd name="connsiteY20" fmla="*/ 1580519 h 2373807"/>
              <a:gd name="connsiteX21" fmla="*/ 302781 w 854122"/>
              <a:gd name="connsiteY21" fmla="*/ 1568408 h 2373807"/>
              <a:gd name="connsiteX22" fmla="*/ 339115 w 854122"/>
              <a:gd name="connsiteY22" fmla="*/ 1544186 h 2373807"/>
              <a:gd name="connsiteX23" fmla="*/ 375449 w 854122"/>
              <a:gd name="connsiteY23" fmla="*/ 1532074 h 2373807"/>
              <a:gd name="connsiteX24" fmla="*/ 405727 w 854122"/>
              <a:gd name="connsiteY24" fmla="*/ 1501796 h 2373807"/>
              <a:gd name="connsiteX25" fmla="*/ 423894 w 854122"/>
              <a:gd name="connsiteY25" fmla="*/ 1483629 h 2373807"/>
              <a:gd name="connsiteX26" fmla="*/ 442060 w 854122"/>
              <a:gd name="connsiteY26" fmla="*/ 1471518 h 2373807"/>
              <a:gd name="connsiteX27" fmla="*/ 466283 w 854122"/>
              <a:gd name="connsiteY27" fmla="*/ 1417017 h 2373807"/>
              <a:gd name="connsiteX28" fmla="*/ 472339 w 854122"/>
              <a:gd name="connsiteY28" fmla="*/ 1374628 h 2373807"/>
              <a:gd name="connsiteX29" fmla="*/ 478394 w 854122"/>
              <a:gd name="connsiteY29" fmla="*/ 1356461 h 2373807"/>
              <a:gd name="connsiteX30" fmla="*/ 472339 w 854122"/>
              <a:gd name="connsiteY30" fmla="*/ 1259571 h 2373807"/>
              <a:gd name="connsiteX31" fmla="*/ 454172 w 854122"/>
              <a:gd name="connsiteY31" fmla="*/ 1247460 h 2373807"/>
              <a:gd name="connsiteX32" fmla="*/ 417838 w 854122"/>
              <a:gd name="connsiteY32" fmla="*/ 1235349 h 2373807"/>
              <a:gd name="connsiteX33" fmla="*/ 399671 w 854122"/>
              <a:gd name="connsiteY33" fmla="*/ 1229293 h 2373807"/>
              <a:gd name="connsiteX34" fmla="*/ 351226 w 854122"/>
              <a:gd name="connsiteY34" fmla="*/ 1174792 h 2373807"/>
              <a:gd name="connsiteX35" fmla="*/ 345170 w 854122"/>
              <a:gd name="connsiteY35" fmla="*/ 1156625 h 2373807"/>
              <a:gd name="connsiteX36" fmla="*/ 327004 w 854122"/>
              <a:gd name="connsiteY36" fmla="*/ 1144514 h 2373807"/>
              <a:gd name="connsiteX37" fmla="*/ 314892 w 854122"/>
              <a:gd name="connsiteY37" fmla="*/ 1132403 h 2373807"/>
              <a:gd name="connsiteX38" fmla="*/ 284614 w 854122"/>
              <a:gd name="connsiteY38" fmla="*/ 1108180 h 2373807"/>
              <a:gd name="connsiteX39" fmla="*/ 272503 w 854122"/>
              <a:gd name="connsiteY39" fmla="*/ 1090014 h 2373807"/>
              <a:gd name="connsiteX40" fmla="*/ 260392 w 854122"/>
              <a:gd name="connsiteY40" fmla="*/ 1077902 h 2373807"/>
              <a:gd name="connsiteX41" fmla="*/ 248280 w 854122"/>
              <a:gd name="connsiteY41" fmla="*/ 1059735 h 2373807"/>
              <a:gd name="connsiteX42" fmla="*/ 230113 w 854122"/>
              <a:gd name="connsiteY42" fmla="*/ 1047624 h 2373807"/>
              <a:gd name="connsiteX43" fmla="*/ 218002 w 854122"/>
              <a:gd name="connsiteY43" fmla="*/ 1029457 h 2373807"/>
              <a:gd name="connsiteX44" fmla="*/ 181668 w 854122"/>
              <a:gd name="connsiteY44" fmla="*/ 993123 h 2373807"/>
              <a:gd name="connsiteX45" fmla="*/ 169557 w 854122"/>
              <a:gd name="connsiteY45" fmla="*/ 956790 h 2373807"/>
              <a:gd name="connsiteX46" fmla="*/ 175613 w 854122"/>
              <a:gd name="connsiteY46" fmla="*/ 872011 h 2373807"/>
              <a:gd name="connsiteX47" fmla="*/ 205891 w 854122"/>
              <a:gd name="connsiteY47" fmla="*/ 835677 h 2373807"/>
              <a:gd name="connsiteX48" fmla="*/ 242225 w 854122"/>
              <a:gd name="connsiteY48" fmla="*/ 811455 h 2373807"/>
              <a:gd name="connsiteX49" fmla="*/ 254336 w 854122"/>
              <a:gd name="connsiteY49" fmla="*/ 799343 h 2373807"/>
              <a:gd name="connsiteX50" fmla="*/ 272503 w 854122"/>
              <a:gd name="connsiteY50" fmla="*/ 793288 h 2373807"/>
              <a:gd name="connsiteX51" fmla="*/ 314892 w 854122"/>
              <a:gd name="connsiteY51" fmla="*/ 781176 h 2373807"/>
              <a:gd name="connsiteX52" fmla="*/ 363337 w 854122"/>
              <a:gd name="connsiteY52" fmla="*/ 744843 h 2373807"/>
              <a:gd name="connsiteX53" fmla="*/ 399671 w 854122"/>
              <a:gd name="connsiteY53" fmla="*/ 732731 h 2373807"/>
              <a:gd name="connsiteX54" fmla="*/ 417838 w 854122"/>
              <a:gd name="connsiteY54" fmla="*/ 726676 h 2373807"/>
              <a:gd name="connsiteX55" fmla="*/ 436005 w 854122"/>
              <a:gd name="connsiteY55" fmla="*/ 720620 h 2373807"/>
              <a:gd name="connsiteX56" fmla="*/ 502617 w 854122"/>
              <a:gd name="connsiteY56" fmla="*/ 702453 h 2373807"/>
              <a:gd name="connsiteX57" fmla="*/ 520784 w 854122"/>
              <a:gd name="connsiteY57" fmla="*/ 690342 h 2373807"/>
              <a:gd name="connsiteX58" fmla="*/ 557117 w 854122"/>
              <a:gd name="connsiteY58" fmla="*/ 672175 h 2373807"/>
              <a:gd name="connsiteX59" fmla="*/ 587396 w 854122"/>
              <a:gd name="connsiteY59" fmla="*/ 641897 h 2373807"/>
              <a:gd name="connsiteX60" fmla="*/ 581340 w 854122"/>
              <a:gd name="connsiteY60" fmla="*/ 617674 h 2373807"/>
              <a:gd name="connsiteX61" fmla="*/ 581340 w 854122"/>
              <a:gd name="connsiteY61" fmla="*/ 557118 h 2373807"/>
              <a:gd name="connsiteX62" fmla="*/ 599507 w 854122"/>
              <a:gd name="connsiteY62" fmla="*/ 545007 h 2373807"/>
              <a:gd name="connsiteX63" fmla="*/ 635841 w 854122"/>
              <a:gd name="connsiteY63" fmla="*/ 532896 h 2373807"/>
              <a:gd name="connsiteX64" fmla="*/ 666119 w 854122"/>
              <a:gd name="connsiteY64" fmla="*/ 514729 h 2373807"/>
              <a:gd name="connsiteX65" fmla="*/ 678230 w 854122"/>
              <a:gd name="connsiteY65" fmla="*/ 502617 h 2373807"/>
              <a:gd name="connsiteX66" fmla="*/ 714564 w 854122"/>
              <a:gd name="connsiteY66" fmla="*/ 478395 h 2373807"/>
              <a:gd name="connsiteX67" fmla="*/ 726675 w 854122"/>
              <a:gd name="connsiteY67" fmla="*/ 460228 h 2373807"/>
              <a:gd name="connsiteX68" fmla="*/ 702453 w 854122"/>
              <a:gd name="connsiteY68" fmla="*/ 405727 h 2373807"/>
              <a:gd name="connsiteX69" fmla="*/ 696397 w 854122"/>
              <a:gd name="connsiteY69" fmla="*/ 387561 h 2373807"/>
              <a:gd name="connsiteX70" fmla="*/ 702453 w 854122"/>
              <a:gd name="connsiteY70" fmla="*/ 278559 h 2373807"/>
              <a:gd name="connsiteX71" fmla="*/ 732731 w 854122"/>
              <a:gd name="connsiteY71" fmla="*/ 272504 h 2373807"/>
              <a:gd name="connsiteX72" fmla="*/ 769064 w 854122"/>
              <a:gd name="connsiteY72" fmla="*/ 254337 h 2373807"/>
              <a:gd name="connsiteX73" fmla="*/ 805398 w 854122"/>
              <a:gd name="connsiteY73" fmla="*/ 248281 h 2373807"/>
              <a:gd name="connsiteX74" fmla="*/ 823565 w 854122"/>
              <a:gd name="connsiteY74" fmla="*/ 236170 h 2373807"/>
              <a:gd name="connsiteX75" fmla="*/ 787231 w 854122"/>
              <a:gd name="connsiteY75" fmla="*/ 218003 h 2373807"/>
              <a:gd name="connsiteX76" fmla="*/ 781176 w 854122"/>
              <a:gd name="connsiteY76" fmla="*/ 199836 h 2373807"/>
              <a:gd name="connsiteX77" fmla="*/ 775120 w 854122"/>
              <a:gd name="connsiteY77" fmla="*/ 133224 h 2373807"/>
              <a:gd name="connsiteX78" fmla="*/ 793287 w 854122"/>
              <a:gd name="connsiteY78" fmla="*/ 127168 h 2373807"/>
              <a:gd name="connsiteX79" fmla="*/ 817509 w 854122"/>
              <a:gd name="connsiteY79" fmla="*/ 96890 h 2373807"/>
              <a:gd name="connsiteX80" fmla="*/ 835676 w 854122"/>
              <a:gd name="connsiteY80" fmla="*/ 90835 h 2373807"/>
              <a:gd name="connsiteX81" fmla="*/ 847788 w 854122"/>
              <a:gd name="connsiteY81" fmla="*/ 78723 h 2373807"/>
              <a:gd name="connsiteX82" fmla="*/ 799343 w 854122"/>
              <a:gd name="connsiteY82" fmla="*/ 54501 h 2373807"/>
              <a:gd name="connsiteX83" fmla="*/ 763009 w 854122"/>
              <a:gd name="connsiteY83" fmla="*/ 36334 h 2373807"/>
              <a:gd name="connsiteX84" fmla="*/ 720619 w 854122"/>
              <a:gd name="connsiteY84" fmla="*/ 0 h 2373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854122" h="2373807">
                <a:moveTo>
                  <a:pt x="0" y="2373807"/>
                </a:moveTo>
                <a:cubicBezTo>
                  <a:pt x="2018" y="2345547"/>
                  <a:pt x="2926" y="2317186"/>
                  <a:pt x="6055" y="2289028"/>
                </a:cubicBezTo>
                <a:cubicBezTo>
                  <a:pt x="6974" y="2280756"/>
                  <a:pt x="10306" y="2272930"/>
                  <a:pt x="12111" y="2264806"/>
                </a:cubicBezTo>
                <a:cubicBezTo>
                  <a:pt x="21855" y="2220957"/>
                  <a:pt x="13399" y="2248826"/>
                  <a:pt x="24222" y="2216361"/>
                </a:cubicBezTo>
                <a:cubicBezTo>
                  <a:pt x="27014" y="2196819"/>
                  <a:pt x="30299" y="2155773"/>
                  <a:pt x="42389" y="2137637"/>
                </a:cubicBezTo>
                <a:cubicBezTo>
                  <a:pt x="46426" y="2131581"/>
                  <a:pt x="51245" y="2125980"/>
                  <a:pt x="54500" y="2119470"/>
                </a:cubicBezTo>
                <a:cubicBezTo>
                  <a:pt x="70222" y="2088026"/>
                  <a:pt x="49012" y="2112849"/>
                  <a:pt x="72667" y="2089192"/>
                </a:cubicBezTo>
                <a:cubicBezTo>
                  <a:pt x="74686" y="2077081"/>
                  <a:pt x="75745" y="2064770"/>
                  <a:pt x="78723" y="2052859"/>
                </a:cubicBezTo>
                <a:cubicBezTo>
                  <a:pt x="78728" y="2052839"/>
                  <a:pt x="93859" y="2007451"/>
                  <a:pt x="96890" y="1998358"/>
                </a:cubicBezTo>
                <a:lnTo>
                  <a:pt x="102945" y="1980191"/>
                </a:lnTo>
                <a:lnTo>
                  <a:pt x="109001" y="1962024"/>
                </a:lnTo>
                <a:cubicBezTo>
                  <a:pt x="111327" y="1948065"/>
                  <a:pt x="113657" y="1922432"/>
                  <a:pt x="121112" y="1907523"/>
                </a:cubicBezTo>
                <a:cubicBezTo>
                  <a:pt x="124367" y="1901014"/>
                  <a:pt x="129186" y="1895412"/>
                  <a:pt x="133223" y="1889357"/>
                </a:cubicBezTo>
                <a:cubicBezTo>
                  <a:pt x="135224" y="1877351"/>
                  <a:pt x="141795" y="1826284"/>
                  <a:pt x="151390" y="1816689"/>
                </a:cubicBezTo>
                <a:lnTo>
                  <a:pt x="163502" y="1804578"/>
                </a:lnTo>
                <a:lnTo>
                  <a:pt x="193780" y="1713743"/>
                </a:lnTo>
                <a:cubicBezTo>
                  <a:pt x="193782" y="1713738"/>
                  <a:pt x="205887" y="1677415"/>
                  <a:pt x="205891" y="1677410"/>
                </a:cubicBezTo>
                <a:cubicBezTo>
                  <a:pt x="209928" y="1671354"/>
                  <a:pt x="214747" y="1665753"/>
                  <a:pt x="218002" y="1659243"/>
                </a:cubicBezTo>
                <a:cubicBezTo>
                  <a:pt x="220857" y="1653534"/>
                  <a:pt x="220228" y="1646183"/>
                  <a:pt x="224058" y="1641076"/>
                </a:cubicBezTo>
                <a:cubicBezTo>
                  <a:pt x="232622" y="1629657"/>
                  <a:pt x="244243" y="1620891"/>
                  <a:pt x="254336" y="1610798"/>
                </a:cubicBezTo>
                <a:lnTo>
                  <a:pt x="284614" y="1580519"/>
                </a:lnTo>
                <a:lnTo>
                  <a:pt x="302781" y="1568408"/>
                </a:lnTo>
                <a:cubicBezTo>
                  <a:pt x="320649" y="1541605"/>
                  <a:pt x="306527" y="1553962"/>
                  <a:pt x="339115" y="1544186"/>
                </a:cubicBezTo>
                <a:cubicBezTo>
                  <a:pt x="351343" y="1540518"/>
                  <a:pt x="375449" y="1532074"/>
                  <a:pt x="375449" y="1532074"/>
                </a:cubicBezTo>
                <a:lnTo>
                  <a:pt x="405727" y="1501796"/>
                </a:lnTo>
                <a:cubicBezTo>
                  <a:pt x="411783" y="1495740"/>
                  <a:pt x="416768" y="1488380"/>
                  <a:pt x="423894" y="1483629"/>
                </a:cubicBezTo>
                <a:lnTo>
                  <a:pt x="442060" y="1471518"/>
                </a:lnTo>
                <a:cubicBezTo>
                  <a:pt x="456474" y="1428280"/>
                  <a:pt x="447091" y="1445806"/>
                  <a:pt x="466283" y="1417017"/>
                </a:cubicBezTo>
                <a:cubicBezTo>
                  <a:pt x="468302" y="1402887"/>
                  <a:pt x="469540" y="1388624"/>
                  <a:pt x="472339" y="1374628"/>
                </a:cubicBezTo>
                <a:cubicBezTo>
                  <a:pt x="473591" y="1368369"/>
                  <a:pt x="478394" y="1362844"/>
                  <a:pt x="478394" y="1356461"/>
                </a:cubicBezTo>
                <a:cubicBezTo>
                  <a:pt x="478394" y="1324101"/>
                  <a:pt x="479359" y="1291160"/>
                  <a:pt x="472339" y="1259571"/>
                </a:cubicBezTo>
                <a:cubicBezTo>
                  <a:pt x="470760" y="1252466"/>
                  <a:pt x="460823" y="1250416"/>
                  <a:pt x="454172" y="1247460"/>
                </a:cubicBezTo>
                <a:cubicBezTo>
                  <a:pt x="442506" y="1242275"/>
                  <a:pt x="429949" y="1239386"/>
                  <a:pt x="417838" y="1235349"/>
                </a:cubicBezTo>
                <a:lnTo>
                  <a:pt x="399671" y="1229293"/>
                </a:lnTo>
                <a:cubicBezTo>
                  <a:pt x="383619" y="1213241"/>
                  <a:pt x="362033" y="1196406"/>
                  <a:pt x="351226" y="1174792"/>
                </a:cubicBezTo>
                <a:cubicBezTo>
                  <a:pt x="348371" y="1169083"/>
                  <a:pt x="349158" y="1161610"/>
                  <a:pt x="345170" y="1156625"/>
                </a:cubicBezTo>
                <a:cubicBezTo>
                  <a:pt x="340624" y="1150942"/>
                  <a:pt x="332687" y="1149060"/>
                  <a:pt x="327004" y="1144514"/>
                </a:cubicBezTo>
                <a:cubicBezTo>
                  <a:pt x="322546" y="1140947"/>
                  <a:pt x="319350" y="1135970"/>
                  <a:pt x="314892" y="1132403"/>
                </a:cubicBezTo>
                <a:cubicBezTo>
                  <a:pt x="297403" y="1118412"/>
                  <a:pt x="297613" y="1124429"/>
                  <a:pt x="284614" y="1108180"/>
                </a:cubicBezTo>
                <a:cubicBezTo>
                  <a:pt x="280068" y="1102497"/>
                  <a:pt x="277049" y="1095697"/>
                  <a:pt x="272503" y="1090014"/>
                </a:cubicBezTo>
                <a:cubicBezTo>
                  <a:pt x="268936" y="1085556"/>
                  <a:pt x="263959" y="1082360"/>
                  <a:pt x="260392" y="1077902"/>
                </a:cubicBezTo>
                <a:cubicBezTo>
                  <a:pt x="255845" y="1072219"/>
                  <a:pt x="253426" y="1064881"/>
                  <a:pt x="248280" y="1059735"/>
                </a:cubicBezTo>
                <a:cubicBezTo>
                  <a:pt x="243134" y="1054589"/>
                  <a:pt x="236169" y="1051661"/>
                  <a:pt x="230113" y="1047624"/>
                </a:cubicBezTo>
                <a:cubicBezTo>
                  <a:pt x="226076" y="1041568"/>
                  <a:pt x="222837" y="1034897"/>
                  <a:pt x="218002" y="1029457"/>
                </a:cubicBezTo>
                <a:cubicBezTo>
                  <a:pt x="206623" y="1016655"/>
                  <a:pt x="181668" y="993123"/>
                  <a:pt x="181668" y="993123"/>
                </a:cubicBezTo>
                <a:cubicBezTo>
                  <a:pt x="177631" y="981012"/>
                  <a:pt x="168647" y="969524"/>
                  <a:pt x="169557" y="956790"/>
                </a:cubicBezTo>
                <a:cubicBezTo>
                  <a:pt x="171576" y="928530"/>
                  <a:pt x="170689" y="899912"/>
                  <a:pt x="175613" y="872011"/>
                </a:cubicBezTo>
                <a:cubicBezTo>
                  <a:pt x="177203" y="862998"/>
                  <a:pt x="200547" y="839833"/>
                  <a:pt x="205891" y="835677"/>
                </a:cubicBezTo>
                <a:cubicBezTo>
                  <a:pt x="217381" y="826741"/>
                  <a:pt x="231933" y="821748"/>
                  <a:pt x="242225" y="811455"/>
                </a:cubicBezTo>
                <a:cubicBezTo>
                  <a:pt x="246262" y="807418"/>
                  <a:pt x="249440" y="802280"/>
                  <a:pt x="254336" y="799343"/>
                </a:cubicBezTo>
                <a:cubicBezTo>
                  <a:pt x="259810" y="796059"/>
                  <a:pt x="266365" y="795042"/>
                  <a:pt x="272503" y="793288"/>
                </a:cubicBezTo>
                <a:cubicBezTo>
                  <a:pt x="325703" y="778088"/>
                  <a:pt x="271354" y="795690"/>
                  <a:pt x="314892" y="781176"/>
                </a:cubicBezTo>
                <a:cubicBezTo>
                  <a:pt x="329239" y="766831"/>
                  <a:pt x="342797" y="751690"/>
                  <a:pt x="363337" y="744843"/>
                </a:cubicBezTo>
                <a:lnTo>
                  <a:pt x="399671" y="732731"/>
                </a:lnTo>
                <a:lnTo>
                  <a:pt x="417838" y="726676"/>
                </a:lnTo>
                <a:cubicBezTo>
                  <a:pt x="423894" y="724657"/>
                  <a:pt x="429746" y="721872"/>
                  <a:pt x="436005" y="720620"/>
                </a:cubicBezTo>
                <a:cubicBezTo>
                  <a:pt x="452254" y="717370"/>
                  <a:pt x="489447" y="711233"/>
                  <a:pt x="502617" y="702453"/>
                </a:cubicBezTo>
                <a:cubicBezTo>
                  <a:pt x="508673" y="698416"/>
                  <a:pt x="514274" y="693597"/>
                  <a:pt x="520784" y="690342"/>
                </a:cubicBezTo>
                <a:cubicBezTo>
                  <a:pt x="545558" y="677955"/>
                  <a:pt x="533978" y="692421"/>
                  <a:pt x="557117" y="672175"/>
                </a:cubicBezTo>
                <a:cubicBezTo>
                  <a:pt x="567859" y="662776"/>
                  <a:pt x="587396" y="641897"/>
                  <a:pt x="587396" y="641897"/>
                </a:cubicBezTo>
                <a:cubicBezTo>
                  <a:pt x="585377" y="633823"/>
                  <a:pt x="583627" y="625677"/>
                  <a:pt x="581340" y="617674"/>
                </a:cubicBezTo>
                <a:cubicBezTo>
                  <a:pt x="574260" y="592895"/>
                  <a:pt x="566577" y="590334"/>
                  <a:pt x="581340" y="557118"/>
                </a:cubicBezTo>
                <a:cubicBezTo>
                  <a:pt x="584296" y="550467"/>
                  <a:pt x="592856" y="547963"/>
                  <a:pt x="599507" y="545007"/>
                </a:cubicBezTo>
                <a:cubicBezTo>
                  <a:pt x="611173" y="539822"/>
                  <a:pt x="635841" y="532896"/>
                  <a:pt x="635841" y="532896"/>
                </a:cubicBezTo>
                <a:cubicBezTo>
                  <a:pt x="666528" y="502207"/>
                  <a:pt x="626814" y="538312"/>
                  <a:pt x="666119" y="514729"/>
                </a:cubicBezTo>
                <a:cubicBezTo>
                  <a:pt x="671015" y="511792"/>
                  <a:pt x="673662" y="506043"/>
                  <a:pt x="678230" y="502617"/>
                </a:cubicBezTo>
                <a:cubicBezTo>
                  <a:pt x="689875" y="493883"/>
                  <a:pt x="714564" y="478395"/>
                  <a:pt x="714564" y="478395"/>
                </a:cubicBezTo>
                <a:cubicBezTo>
                  <a:pt x="718601" y="472339"/>
                  <a:pt x="726675" y="467506"/>
                  <a:pt x="726675" y="460228"/>
                </a:cubicBezTo>
                <a:cubicBezTo>
                  <a:pt x="726675" y="428984"/>
                  <a:pt x="713429" y="427679"/>
                  <a:pt x="702453" y="405727"/>
                </a:cubicBezTo>
                <a:cubicBezTo>
                  <a:pt x="699598" y="400018"/>
                  <a:pt x="698416" y="393616"/>
                  <a:pt x="696397" y="387561"/>
                </a:cubicBezTo>
                <a:cubicBezTo>
                  <a:pt x="698416" y="351227"/>
                  <a:pt x="691495" y="313260"/>
                  <a:pt x="702453" y="278559"/>
                </a:cubicBezTo>
                <a:cubicBezTo>
                  <a:pt x="705552" y="268744"/>
                  <a:pt x="722746" y="275000"/>
                  <a:pt x="732731" y="272504"/>
                </a:cubicBezTo>
                <a:cubicBezTo>
                  <a:pt x="815087" y="251915"/>
                  <a:pt x="680276" y="283934"/>
                  <a:pt x="769064" y="254337"/>
                </a:cubicBezTo>
                <a:cubicBezTo>
                  <a:pt x="780712" y="250454"/>
                  <a:pt x="793287" y="250300"/>
                  <a:pt x="805398" y="248281"/>
                </a:cubicBezTo>
                <a:cubicBezTo>
                  <a:pt x="811454" y="244244"/>
                  <a:pt x="823565" y="243448"/>
                  <a:pt x="823565" y="236170"/>
                </a:cubicBezTo>
                <a:cubicBezTo>
                  <a:pt x="823565" y="228345"/>
                  <a:pt x="791710" y="219496"/>
                  <a:pt x="787231" y="218003"/>
                </a:cubicBezTo>
                <a:cubicBezTo>
                  <a:pt x="785213" y="211947"/>
                  <a:pt x="784460" y="205310"/>
                  <a:pt x="781176" y="199836"/>
                </a:cubicBezTo>
                <a:cubicBezTo>
                  <a:pt x="763403" y="170214"/>
                  <a:pt x="745176" y="208082"/>
                  <a:pt x="775120" y="133224"/>
                </a:cubicBezTo>
                <a:cubicBezTo>
                  <a:pt x="777491" y="127297"/>
                  <a:pt x="787231" y="129187"/>
                  <a:pt x="793287" y="127168"/>
                </a:cubicBezTo>
                <a:cubicBezTo>
                  <a:pt x="798786" y="118919"/>
                  <a:pt x="807924" y="102641"/>
                  <a:pt x="817509" y="96890"/>
                </a:cubicBezTo>
                <a:cubicBezTo>
                  <a:pt x="822983" y="93606"/>
                  <a:pt x="829620" y="92853"/>
                  <a:pt x="835676" y="90835"/>
                </a:cubicBezTo>
                <a:cubicBezTo>
                  <a:pt x="839713" y="86798"/>
                  <a:pt x="844850" y="83619"/>
                  <a:pt x="847788" y="78723"/>
                </a:cubicBezTo>
                <a:cubicBezTo>
                  <a:pt x="868500" y="44203"/>
                  <a:pt x="834765" y="58437"/>
                  <a:pt x="799343" y="54501"/>
                </a:cubicBezTo>
                <a:cubicBezTo>
                  <a:pt x="771137" y="26297"/>
                  <a:pt x="807652" y="58655"/>
                  <a:pt x="763009" y="36334"/>
                </a:cubicBezTo>
                <a:cubicBezTo>
                  <a:pt x="727373" y="18516"/>
                  <a:pt x="731803" y="22369"/>
                  <a:pt x="720619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59443" y="8321040"/>
            <a:ext cx="3182112" cy="30469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4800" dirty="0"/>
          </a:p>
          <a:p>
            <a:r>
              <a:rPr lang="en-US" sz="4800" dirty="0" smtClean="0"/>
              <a:t>  QR CODE</a:t>
            </a:r>
          </a:p>
          <a:p>
            <a:endParaRPr lang="en-US" sz="4800" dirty="0"/>
          </a:p>
          <a:p>
            <a:endParaRPr lang="en-US" sz="48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51E656BAC4364BA5483C36B5679896" ma:contentTypeVersion="7" ma:contentTypeDescription="Create a new document." ma:contentTypeScope="" ma:versionID="a459f90ce9e01b6a2f721ee31098b123">
  <xsd:schema xmlns:xsd="http://www.w3.org/2001/XMLSchema" xmlns:xs="http://www.w3.org/2001/XMLSchema" xmlns:p="http://schemas.microsoft.com/office/2006/metadata/properties" xmlns:ns2="1c98bfb0-28b5-4e8e-8013-6062940b74a5" targetNamespace="http://schemas.microsoft.com/office/2006/metadata/properties" ma:root="true" ma:fieldsID="48d19b3557029f7991961ca9338e9992" ns2:_="">
    <xsd:import namespace="1c98bfb0-28b5-4e8e-8013-6062940b74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98bfb0-28b5-4e8e-8013-6062940b74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E0E269-E019-4E3C-9F44-FD260F3A27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719AD3-DEA8-44B5-99AB-3F87FE4AAC47}">
  <ds:schemaRefs>
    <ds:schemaRef ds:uri="1c98bfb0-28b5-4e8e-8013-6062940b74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C2A2C2-E992-4D3E-9C9B-392BD0B1AE97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1c98bfb0-28b5-4e8e-8013-6062940b74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2590</TotalTime>
  <Words>255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Nags Head Beach</dc:title>
  <dc:creator>Ian Conery</dc:creator>
  <cp:lastModifiedBy>frfuser</cp:lastModifiedBy>
  <cp:revision>119</cp:revision>
  <dcterms:created xsi:type="dcterms:W3CDTF">2019-06-10T15:04:05Z</dcterms:created>
  <dcterms:modified xsi:type="dcterms:W3CDTF">2024-05-01T15:08:24Z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2018-06-29T00:00:00Z</vt:filetime>
  </property>
  <property fmtid="{D5CDD505-2E9C-101B-9397-08002B2CF9AE}" pid="3" name="Creator">
    <vt:lpwstr>Adobe InDesign CC 13.0 (Windows)</vt:lpwstr>
  </property>
  <property fmtid="{D5CDD505-2E9C-101B-9397-08002B2CF9AE}" pid="4" name="LastSaved">
    <vt:filetime>2019-06-10T00:00:00Z</vt:filetime>
  </property>
  <property fmtid="{D5CDD505-2E9C-101B-9397-08002B2CF9AE}" pid="5" name="ContentTypeId">
    <vt:lpwstr>0x0101005851E656BAC4364BA5483C36B5679896</vt:lpwstr>
  </property>
</Properties>
</file>